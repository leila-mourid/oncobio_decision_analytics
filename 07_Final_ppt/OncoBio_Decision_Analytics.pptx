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notesMasterIdLst>
    <p:notesMasterId r:id="rId22"/>
  </p:notesMasterIdLst>
  <p:sldIdLst>
    <p:sldId id="256" r:id="rId2"/>
    <p:sldId id="257" r:id="rId3"/>
    <p:sldId id="258" r:id="rId4"/>
    <p:sldId id="272" r:id="rId5"/>
    <p:sldId id="260" r:id="rId6"/>
    <p:sldId id="273" r:id="rId7"/>
    <p:sldId id="274" r:id="rId8"/>
    <p:sldId id="262" r:id="rId9"/>
    <p:sldId id="275" r:id="rId10"/>
    <p:sldId id="263" r:id="rId11"/>
    <p:sldId id="264" r:id="rId12"/>
    <p:sldId id="276" r:id="rId13"/>
    <p:sldId id="265" r:id="rId14"/>
    <p:sldId id="266" r:id="rId15"/>
    <p:sldId id="267" r:id="rId16"/>
    <p:sldId id="268" r:id="rId17"/>
    <p:sldId id="269" r:id="rId18"/>
    <p:sldId id="270" r:id="rId19"/>
    <p:sldId id="271" r:id="rId20"/>
    <p:sldId id="277" r:id="rId21"/>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57BA2-9836-4041-A663-914BE510E4D2}" v="119" dt="2026-04-04T17:20:09.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RID Leila" userId="a9fe3748-6e52-45c4-8920-88d6b584f0ba" providerId="ADAL" clId="{1C8AD9BF-6BDF-44CB-8D46-391621BE837C}"/>
    <pc:docChg chg="undo custSel addSld delSld modSld">
      <pc:chgData name="MOURID Leila" userId="a9fe3748-6e52-45c4-8920-88d6b584f0ba" providerId="ADAL" clId="{1C8AD9BF-6BDF-44CB-8D46-391621BE837C}" dt="2026-04-04T17:20:09.214" v="913"/>
      <pc:docMkLst>
        <pc:docMk/>
      </pc:docMkLst>
      <pc:sldChg chg="addSp delSp modSp mod modTransition">
        <pc:chgData name="MOURID Leila" userId="a9fe3748-6e52-45c4-8920-88d6b584f0ba" providerId="ADAL" clId="{1C8AD9BF-6BDF-44CB-8D46-391621BE837C}" dt="2026-04-04T10:40:48.795" v="433"/>
        <pc:sldMkLst>
          <pc:docMk/>
          <pc:sldMk cId="0" sldId="256"/>
        </pc:sldMkLst>
        <pc:spChg chg="mod">
          <ac:chgData name="MOURID Leila" userId="a9fe3748-6e52-45c4-8920-88d6b584f0ba" providerId="ADAL" clId="{1C8AD9BF-6BDF-44CB-8D46-391621BE837C}" dt="2026-04-04T10:11:01.931" v="211" actId="1076"/>
          <ac:spMkLst>
            <pc:docMk/>
            <pc:sldMk cId="0" sldId="256"/>
            <ac:spMk id="10" creationId="{00000000-0000-0000-0000-000000000000}"/>
          </ac:spMkLst>
        </pc:spChg>
        <pc:spChg chg="mod">
          <ac:chgData name="MOURID Leila" userId="a9fe3748-6e52-45c4-8920-88d6b584f0ba" providerId="ADAL" clId="{1C8AD9BF-6BDF-44CB-8D46-391621BE837C}" dt="2026-04-04T10:10:33.386" v="200" actId="14100"/>
          <ac:spMkLst>
            <pc:docMk/>
            <pc:sldMk cId="0" sldId="256"/>
            <ac:spMk id="11" creationId="{00000000-0000-0000-0000-000000000000}"/>
          </ac:spMkLst>
        </pc:spChg>
        <pc:spChg chg="mod">
          <ac:chgData name="MOURID Leila" userId="a9fe3748-6e52-45c4-8920-88d6b584f0ba" providerId="ADAL" clId="{1C8AD9BF-6BDF-44CB-8D46-391621BE837C}" dt="2026-04-04T10:11:09.915" v="212" actId="1076"/>
          <ac:spMkLst>
            <pc:docMk/>
            <pc:sldMk cId="0" sldId="256"/>
            <ac:spMk id="12" creationId="{00000000-0000-0000-0000-000000000000}"/>
          </ac:spMkLst>
        </pc:spChg>
        <pc:spChg chg="mod">
          <ac:chgData name="MOURID Leila" userId="a9fe3748-6e52-45c4-8920-88d6b584f0ba" providerId="ADAL" clId="{1C8AD9BF-6BDF-44CB-8D46-391621BE837C}" dt="2026-04-04T10:11:32.740" v="215" actId="1076"/>
          <ac:spMkLst>
            <pc:docMk/>
            <pc:sldMk cId="0" sldId="256"/>
            <ac:spMk id="13" creationId="{00000000-0000-0000-0000-000000000000}"/>
          </ac:spMkLst>
        </pc:spChg>
        <pc:spChg chg="mod">
          <ac:chgData name="MOURID Leila" userId="a9fe3748-6e52-45c4-8920-88d6b584f0ba" providerId="ADAL" clId="{1C8AD9BF-6BDF-44CB-8D46-391621BE837C}" dt="2026-04-04T10:11:24.696" v="214" actId="1076"/>
          <ac:spMkLst>
            <pc:docMk/>
            <pc:sldMk cId="0" sldId="256"/>
            <ac:spMk id="14" creationId="{00000000-0000-0000-0000-000000000000}"/>
          </ac:spMkLst>
        </pc:spChg>
        <pc:spChg chg="mod">
          <ac:chgData name="MOURID Leila" userId="a9fe3748-6e52-45c4-8920-88d6b584f0ba" providerId="ADAL" clId="{1C8AD9BF-6BDF-44CB-8D46-391621BE837C}" dt="2026-04-04T10:12:04.551" v="217" actId="12788"/>
          <ac:spMkLst>
            <pc:docMk/>
            <pc:sldMk cId="0" sldId="256"/>
            <ac:spMk id="15" creationId="{00000000-0000-0000-0000-000000000000}"/>
          </ac:spMkLst>
        </pc:spChg>
        <pc:spChg chg="mod">
          <ac:chgData name="MOURID Leila" userId="a9fe3748-6e52-45c4-8920-88d6b584f0ba" providerId="ADAL" clId="{1C8AD9BF-6BDF-44CB-8D46-391621BE837C}" dt="2026-04-04T10:12:04.551" v="217" actId="12788"/>
          <ac:spMkLst>
            <pc:docMk/>
            <pc:sldMk cId="0" sldId="256"/>
            <ac:spMk id="16" creationId="{00000000-0000-0000-0000-000000000000}"/>
          </ac:spMkLst>
        </pc:spChg>
        <pc:spChg chg="add del">
          <ac:chgData name="MOURID Leila" userId="a9fe3748-6e52-45c4-8920-88d6b584f0ba" providerId="ADAL" clId="{1C8AD9BF-6BDF-44CB-8D46-391621BE837C}" dt="2026-04-04T09:57:07.939" v="87" actId="22"/>
          <ac:spMkLst>
            <pc:docMk/>
            <pc:sldMk cId="0" sldId="256"/>
            <ac:spMk id="18" creationId="{DBFF0888-6EFB-F9B4-6EA4-91C704D6064C}"/>
          </ac:spMkLst>
        </pc:spChg>
        <pc:spChg chg="add">
          <ac:chgData name="MOURID Leila" userId="a9fe3748-6e52-45c4-8920-88d6b584f0ba" providerId="ADAL" clId="{1C8AD9BF-6BDF-44CB-8D46-391621BE837C}" dt="2026-04-04T10:05:42.105" v="101"/>
          <ac:spMkLst>
            <pc:docMk/>
            <pc:sldMk cId="0" sldId="256"/>
            <ac:spMk id="19" creationId="{93A7A93B-7625-7756-1C17-C2DC5473FBA2}"/>
          </ac:spMkLst>
        </pc:spChg>
        <pc:picChg chg="add mod modCrop">
          <ac:chgData name="MOURID Leila" userId="a9fe3748-6e52-45c4-8920-88d6b584f0ba" providerId="ADAL" clId="{1C8AD9BF-6BDF-44CB-8D46-391621BE837C}" dt="2026-04-04T10:08:26.665" v="119" actId="14100"/>
          <ac:picMkLst>
            <pc:docMk/>
            <pc:sldMk cId="0" sldId="256"/>
            <ac:picMk id="21" creationId="{0970F05E-E03E-5959-7B30-1D10BBD16C2B}"/>
          </ac:picMkLst>
        </pc:picChg>
        <pc:picChg chg="add mod">
          <ac:chgData name="MOURID Leila" userId="a9fe3748-6e52-45c4-8920-88d6b584f0ba" providerId="ADAL" clId="{1C8AD9BF-6BDF-44CB-8D46-391621BE837C}" dt="2026-04-04T10:08:38.668" v="121" actId="1076"/>
          <ac:picMkLst>
            <pc:docMk/>
            <pc:sldMk cId="0" sldId="256"/>
            <ac:picMk id="22" creationId="{867F3EDC-B9FE-74B8-CBBB-939E06A6ED7C}"/>
          </ac:picMkLst>
        </pc:picChg>
        <pc:picChg chg="add mod">
          <ac:chgData name="MOURID Leila" userId="a9fe3748-6e52-45c4-8920-88d6b584f0ba" providerId="ADAL" clId="{1C8AD9BF-6BDF-44CB-8D46-391621BE837C}" dt="2026-04-04T10:08:51.403" v="122" actId="14100"/>
          <ac:picMkLst>
            <pc:docMk/>
            <pc:sldMk cId="0" sldId="256"/>
            <ac:picMk id="1026" creationId="{5D02CD6F-1363-162F-372F-1659DC4FADDA}"/>
          </ac:picMkLst>
        </pc:picChg>
        <pc:picChg chg="add del mod">
          <ac:chgData name="MOURID Leila" userId="a9fe3748-6e52-45c4-8920-88d6b584f0ba" providerId="ADAL" clId="{1C8AD9BF-6BDF-44CB-8D46-391621BE837C}" dt="2026-04-04T10:05:37.974" v="100" actId="478"/>
          <ac:picMkLst>
            <pc:docMk/>
            <pc:sldMk cId="0" sldId="256"/>
            <ac:picMk id="1028" creationId="{741ECA7E-2606-4001-0D96-1D116B248111}"/>
          </ac:picMkLst>
        </pc:picChg>
      </pc:sldChg>
      <pc:sldChg chg="modSp mod modTransition">
        <pc:chgData name="MOURID Leila" userId="a9fe3748-6e52-45c4-8920-88d6b584f0ba" providerId="ADAL" clId="{1C8AD9BF-6BDF-44CB-8D46-391621BE837C}" dt="2026-04-04T10:39:29.113" v="415"/>
        <pc:sldMkLst>
          <pc:docMk/>
          <pc:sldMk cId="0" sldId="257"/>
        </pc:sldMkLst>
        <pc:spChg chg="mod">
          <ac:chgData name="MOURID Leila" userId="a9fe3748-6e52-45c4-8920-88d6b584f0ba" providerId="ADAL" clId="{1C8AD9BF-6BDF-44CB-8D46-391621BE837C}" dt="2026-04-04T10:13:38.733" v="225" actId="122"/>
          <ac:spMkLst>
            <pc:docMk/>
            <pc:sldMk cId="0" sldId="257"/>
            <ac:spMk id="2" creationId="{00000000-0000-0000-0000-000000000000}"/>
          </ac:spMkLst>
        </pc:spChg>
        <pc:spChg chg="mod">
          <ac:chgData name="MOURID Leila" userId="a9fe3748-6e52-45c4-8920-88d6b584f0ba" providerId="ADAL" clId="{1C8AD9BF-6BDF-44CB-8D46-391621BE837C}" dt="2026-04-04T10:13:42.432" v="226" actId="122"/>
          <ac:spMkLst>
            <pc:docMk/>
            <pc:sldMk cId="0" sldId="257"/>
            <ac:spMk id="3" creationId="{00000000-0000-0000-0000-000000000000}"/>
          </ac:spMkLst>
        </pc:spChg>
        <pc:spChg chg="mod">
          <ac:chgData name="MOURID Leila" userId="a9fe3748-6e52-45c4-8920-88d6b584f0ba" providerId="ADAL" clId="{1C8AD9BF-6BDF-44CB-8D46-391621BE837C}" dt="2026-04-04T10:12:52.834" v="221" actId="13900"/>
          <ac:spMkLst>
            <pc:docMk/>
            <pc:sldMk cId="0" sldId="257"/>
            <ac:spMk id="8" creationId="{00000000-0000-0000-0000-000000000000}"/>
          </ac:spMkLst>
        </pc:spChg>
        <pc:spChg chg="mod">
          <ac:chgData name="MOURID Leila" userId="a9fe3748-6e52-45c4-8920-88d6b584f0ba" providerId="ADAL" clId="{1C8AD9BF-6BDF-44CB-8D46-391621BE837C}" dt="2026-04-04T10:12:59.932" v="222" actId="13900"/>
          <ac:spMkLst>
            <pc:docMk/>
            <pc:sldMk cId="0" sldId="257"/>
            <ac:spMk id="13" creationId="{00000000-0000-0000-0000-000000000000}"/>
          </ac:spMkLst>
        </pc:spChg>
        <pc:spChg chg="mod">
          <ac:chgData name="MOURID Leila" userId="a9fe3748-6e52-45c4-8920-88d6b584f0ba" providerId="ADAL" clId="{1C8AD9BF-6BDF-44CB-8D46-391621BE837C}" dt="2026-04-04T10:13:05.600" v="223" actId="13900"/>
          <ac:spMkLst>
            <pc:docMk/>
            <pc:sldMk cId="0" sldId="257"/>
            <ac:spMk id="18" creationId="{00000000-0000-0000-0000-000000000000}"/>
          </ac:spMkLst>
        </pc:spChg>
      </pc:sldChg>
      <pc:sldChg chg="modSp mod modTransition">
        <pc:chgData name="MOURID Leila" userId="a9fe3748-6e52-45c4-8920-88d6b584f0ba" providerId="ADAL" clId="{1C8AD9BF-6BDF-44CB-8D46-391621BE837C}" dt="2026-04-04T10:39:45.384" v="416"/>
        <pc:sldMkLst>
          <pc:docMk/>
          <pc:sldMk cId="0" sldId="258"/>
        </pc:sldMkLst>
        <pc:spChg chg="mod">
          <ac:chgData name="MOURID Leila" userId="a9fe3748-6e52-45c4-8920-88d6b584f0ba" providerId="ADAL" clId="{1C8AD9BF-6BDF-44CB-8D46-391621BE837C}" dt="2026-04-04T10:14:00.059" v="227" actId="255"/>
          <ac:spMkLst>
            <pc:docMk/>
            <pc:sldMk cId="0" sldId="258"/>
            <ac:spMk id="3" creationId="{00000000-0000-0000-0000-000000000000}"/>
          </ac:spMkLst>
        </pc:spChg>
        <pc:spChg chg="mod">
          <ac:chgData name="MOURID Leila" userId="a9fe3748-6e52-45c4-8920-88d6b584f0ba" providerId="ADAL" clId="{1C8AD9BF-6BDF-44CB-8D46-391621BE837C}" dt="2026-04-04T10:14:13.397" v="229" actId="122"/>
          <ac:spMkLst>
            <pc:docMk/>
            <pc:sldMk cId="0" sldId="258"/>
            <ac:spMk id="7" creationId="{00000000-0000-0000-0000-000000000000}"/>
          </ac:spMkLst>
        </pc:spChg>
      </pc:sldChg>
      <pc:sldChg chg="modSp add del mod modTransition">
        <pc:chgData name="MOURID Leila" userId="a9fe3748-6e52-45c4-8920-88d6b584f0ba" providerId="ADAL" clId="{1C8AD9BF-6BDF-44CB-8D46-391621BE837C}" dt="2026-04-04T16:42:10.307" v="451" actId="2696"/>
        <pc:sldMkLst>
          <pc:docMk/>
          <pc:sldMk cId="0" sldId="259"/>
        </pc:sldMkLst>
        <pc:spChg chg="mod">
          <ac:chgData name="MOURID Leila" userId="a9fe3748-6e52-45c4-8920-88d6b584f0ba" providerId="ADAL" clId="{1C8AD9BF-6BDF-44CB-8D46-391621BE837C}" dt="2026-04-04T10:14:24.109" v="230" actId="122"/>
          <ac:spMkLst>
            <pc:docMk/>
            <pc:sldMk cId="0" sldId="259"/>
            <ac:spMk id="3" creationId="{00000000-0000-0000-0000-000000000000}"/>
          </ac:spMkLst>
        </pc:spChg>
      </pc:sldChg>
      <pc:sldChg chg="modSp mod modTransition">
        <pc:chgData name="MOURID Leila" userId="a9fe3748-6e52-45c4-8920-88d6b584f0ba" providerId="ADAL" clId="{1C8AD9BF-6BDF-44CB-8D46-391621BE837C}" dt="2026-04-04T10:39:50.680" v="418"/>
        <pc:sldMkLst>
          <pc:docMk/>
          <pc:sldMk cId="0" sldId="260"/>
        </pc:sldMkLst>
        <pc:spChg chg="mod">
          <ac:chgData name="MOURID Leila" userId="a9fe3748-6e52-45c4-8920-88d6b584f0ba" providerId="ADAL" clId="{1C8AD9BF-6BDF-44CB-8D46-391621BE837C}" dt="2026-04-04T10:15:08.322" v="253" actId="122"/>
          <ac:spMkLst>
            <pc:docMk/>
            <pc:sldMk cId="0" sldId="260"/>
            <ac:spMk id="3"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9"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17"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23"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27"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30"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34"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38"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45"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51" creationId="{00000000-0000-0000-0000-000000000000}"/>
          </ac:spMkLst>
        </pc:spChg>
        <pc:spChg chg="mod">
          <ac:chgData name="MOURID Leila" userId="a9fe3748-6e52-45c4-8920-88d6b584f0ba" providerId="ADAL" clId="{1C8AD9BF-6BDF-44CB-8D46-391621BE837C}" dt="2026-04-04T10:14:55.286" v="251" actId="1036"/>
          <ac:spMkLst>
            <pc:docMk/>
            <pc:sldMk cId="0" sldId="260"/>
            <ac:spMk id="52" creationId="{00000000-0000-0000-0000-000000000000}"/>
          </ac:spMkLst>
        </pc:spChg>
        <pc:spChg chg="mod">
          <ac:chgData name="MOURID Leila" userId="a9fe3748-6e52-45c4-8920-88d6b584f0ba" providerId="ADAL" clId="{1C8AD9BF-6BDF-44CB-8D46-391621BE837C}" dt="2026-04-04T10:14:41.941" v="232" actId="1076"/>
          <ac:spMkLst>
            <pc:docMk/>
            <pc:sldMk cId="0" sldId="260"/>
            <ac:spMk id="59" creationId="{00000000-0000-0000-0000-000000000000}"/>
          </ac:spMkLst>
        </pc:spChg>
      </pc:sldChg>
      <pc:sldChg chg="addSp delSp modSp del mod modTransition">
        <pc:chgData name="MOURID Leila" userId="a9fe3748-6e52-45c4-8920-88d6b584f0ba" providerId="ADAL" clId="{1C8AD9BF-6BDF-44CB-8D46-391621BE837C}" dt="2026-04-04T16:44:17.107" v="461" actId="2696"/>
        <pc:sldMkLst>
          <pc:docMk/>
          <pc:sldMk cId="0" sldId="261"/>
        </pc:sldMkLst>
        <pc:spChg chg="mod">
          <ac:chgData name="MOURID Leila" userId="a9fe3748-6e52-45c4-8920-88d6b584f0ba" providerId="ADAL" clId="{1C8AD9BF-6BDF-44CB-8D46-391621BE837C}" dt="2026-04-04T10:15:27.149" v="254" actId="122"/>
          <ac:spMkLst>
            <pc:docMk/>
            <pc:sldMk cId="0" sldId="261"/>
            <ac:spMk id="3" creationId="{00000000-0000-0000-0000-000000000000}"/>
          </ac:spMkLst>
        </pc:spChg>
        <pc:picChg chg="add del">
          <ac:chgData name="MOURID Leila" userId="a9fe3748-6e52-45c4-8920-88d6b584f0ba" providerId="ADAL" clId="{1C8AD9BF-6BDF-44CB-8D46-391621BE837C}" dt="2026-04-04T16:42:56.586" v="455" actId="22"/>
          <ac:picMkLst>
            <pc:docMk/>
            <pc:sldMk cId="0" sldId="261"/>
            <ac:picMk id="43" creationId="{4A77043D-C1E4-B575-434D-66B4988B37E5}"/>
          </ac:picMkLst>
        </pc:picChg>
      </pc:sldChg>
      <pc:sldChg chg="addSp delSp modSp mod modTransition">
        <pc:chgData name="MOURID Leila" userId="a9fe3748-6e52-45c4-8920-88d6b584f0ba" providerId="ADAL" clId="{1C8AD9BF-6BDF-44CB-8D46-391621BE837C}" dt="2026-04-04T10:39:56.983" v="420"/>
        <pc:sldMkLst>
          <pc:docMk/>
          <pc:sldMk cId="0" sldId="262"/>
        </pc:sldMkLst>
        <pc:spChg chg="mod">
          <ac:chgData name="MOURID Leila" userId="a9fe3748-6e52-45c4-8920-88d6b584f0ba" providerId="ADAL" clId="{1C8AD9BF-6BDF-44CB-8D46-391621BE837C}" dt="2026-04-04T10:28:18.388" v="311" actId="20577"/>
          <ac:spMkLst>
            <pc:docMk/>
            <pc:sldMk cId="0" sldId="262"/>
            <ac:spMk id="3" creationId="{00000000-0000-0000-0000-000000000000}"/>
          </ac:spMkLst>
        </pc:spChg>
        <pc:spChg chg="del">
          <ac:chgData name="MOURID Leila" userId="a9fe3748-6e52-45c4-8920-88d6b584f0ba" providerId="ADAL" clId="{1C8AD9BF-6BDF-44CB-8D46-391621BE837C}" dt="2026-04-04T10:15:45.298" v="255" actId="478"/>
          <ac:spMkLst>
            <pc:docMk/>
            <pc:sldMk cId="0" sldId="262"/>
            <ac:spMk id="4" creationId="{00000000-0000-0000-0000-000000000000}"/>
          </ac:spMkLst>
        </pc:spChg>
        <pc:spChg chg="del">
          <ac:chgData name="MOURID Leila" userId="a9fe3748-6e52-45c4-8920-88d6b584f0ba" providerId="ADAL" clId="{1C8AD9BF-6BDF-44CB-8D46-391621BE837C}" dt="2026-04-04T10:15:50.751" v="256" actId="478"/>
          <ac:spMkLst>
            <pc:docMk/>
            <pc:sldMk cId="0" sldId="262"/>
            <ac:spMk id="5" creationId="{00000000-0000-0000-0000-000000000000}"/>
          </ac:spMkLst>
        </pc:spChg>
        <pc:spChg chg="del">
          <ac:chgData name="MOURID Leila" userId="a9fe3748-6e52-45c4-8920-88d6b584f0ba" providerId="ADAL" clId="{1C8AD9BF-6BDF-44CB-8D46-391621BE837C}" dt="2026-04-04T10:15:45.298" v="255" actId="478"/>
          <ac:spMkLst>
            <pc:docMk/>
            <pc:sldMk cId="0" sldId="262"/>
            <ac:spMk id="6" creationId="{00000000-0000-0000-0000-000000000000}"/>
          </ac:spMkLst>
        </pc:spChg>
        <pc:spChg chg="del">
          <ac:chgData name="MOURID Leila" userId="a9fe3748-6e52-45c4-8920-88d6b584f0ba" providerId="ADAL" clId="{1C8AD9BF-6BDF-44CB-8D46-391621BE837C}" dt="2026-04-04T10:15:50.751" v="256" actId="478"/>
          <ac:spMkLst>
            <pc:docMk/>
            <pc:sldMk cId="0" sldId="262"/>
            <ac:spMk id="7" creationId="{00000000-0000-0000-0000-000000000000}"/>
          </ac:spMkLst>
        </pc:spChg>
        <pc:spChg chg="del">
          <ac:chgData name="MOURID Leila" userId="a9fe3748-6e52-45c4-8920-88d6b584f0ba" providerId="ADAL" clId="{1C8AD9BF-6BDF-44CB-8D46-391621BE837C}" dt="2026-04-04T10:15:50.751" v="256" actId="478"/>
          <ac:spMkLst>
            <pc:docMk/>
            <pc:sldMk cId="0" sldId="262"/>
            <ac:spMk id="8" creationId="{00000000-0000-0000-0000-000000000000}"/>
          </ac:spMkLst>
        </pc:spChg>
        <pc:spChg chg="del">
          <ac:chgData name="MOURID Leila" userId="a9fe3748-6e52-45c4-8920-88d6b584f0ba" providerId="ADAL" clId="{1C8AD9BF-6BDF-44CB-8D46-391621BE837C}" dt="2026-04-04T10:15:50.751" v="256" actId="478"/>
          <ac:spMkLst>
            <pc:docMk/>
            <pc:sldMk cId="0" sldId="262"/>
            <ac:spMk id="9" creationId="{00000000-0000-0000-0000-000000000000}"/>
          </ac:spMkLst>
        </pc:spChg>
        <pc:spChg chg="del">
          <ac:chgData name="MOURID Leila" userId="a9fe3748-6e52-45c4-8920-88d6b584f0ba" providerId="ADAL" clId="{1C8AD9BF-6BDF-44CB-8D46-391621BE837C}" dt="2026-04-04T10:15:45.298" v="255" actId="478"/>
          <ac:spMkLst>
            <pc:docMk/>
            <pc:sldMk cId="0" sldId="262"/>
            <ac:spMk id="11" creationId="{00000000-0000-0000-0000-000000000000}"/>
          </ac:spMkLst>
        </pc:spChg>
        <pc:spChg chg="del">
          <ac:chgData name="MOURID Leila" userId="a9fe3748-6e52-45c4-8920-88d6b584f0ba" providerId="ADAL" clId="{1C8AD9BF-6BDF-44CB-8D46-391621BE837C}" dt="2026-04-04T10:15:50.751" v="256" actId="478"/>
          <ac:spMkLst>
            <pc:docMk/>
            <pc:sldMk cId="0" sldId="262"/>
            <ac:spMk id="12" creationId="{00000000-0000-0000-0000-000000000000}"/>
          </ac:spMkLst>
        </pc:spChg>
        <pc:spChg chg="del">
          <ac:chgData name="MOURID Leila" userId="a9fe3748-6e52-45c4-8920-88d6b584f0ba" providerId="ADAL" clId="{1C8AD9BF-6BDF-44CB-8D46-391621BE837C}" dt="2026-04-04T10:15:50.751" v="256" actId="478"/>
          <ac:spMkLst>
            <pc:docMk/>
            <pc:sldMk cId="0" sldId="262"/>
            <ac:spMk id="13" creationId="{00000000-0000-0000-0000-000000000000}"/>
          </ac:spMkLst>
        </pc:spChg>
        <pc:spChg chg="del">
          <ac:chgData name="MOURID Leila" userId="a9fe3748-6e52-45c4-8920-88d6b584f0ba" providerId="ADAL" clId="{1C8AD9BF-6BDF-44CB-8D46-391621BE837C}" dt="2026-04-04T10:16:08.674" v="260" actId="478"/>
          <ac:spMkLst>
            <pc:docMk/>
            <pc:sldMk cId="0" sldId="262"/>
            <ac:spMk id="14" creationId="{00000000-0000-0000-0000-000000000000}"/>
          </ac:spMkLst>
        </pc:spChg>
        <pc:spChg chg="del mod">
          <ac:chgData name="MOURID Leila" userId="a9fe3748-6e52-45c4-8920-88d6b584f0ba" providerId="ADAL" clId="{1C8AD9BF-6BDF-44CB-8D46-391621BE837C}" dt="2026-04-04T10:15:45.298" v="255" actId="478"/>
          <ac:spMkLst>
            <pc:docMk/>
            <pc:sldMk cId="0" sldId="262"/>
            <ac:spMk id="15" creationId="{00000000-0000-0000-0000-000000000000}"/>
          </ac:spMkLst>
        </pc:spChg>
        <pc:spChg chg="del">
          <ac:chgData name="MOURID Leila" userId="a9fe3748-6e52-45c4-8920-88d6b584f0ba" providerId="ADAL" clId="{1C8AD9BF-6BDF-44CB-8D46-391621BE837C}" dt="2026-04-04T10:15:45.298" v="255" actId="478"/>
          <ac:spMkLst>
            <pc:docMk/>
            <pc:sldMk cId="0" sldId="262"/>
            <ac:spMk id="16" creationId="{00000000-0000-0000-0000-000000000000}"/>
          </ac:spMkLst>
        </pc:spChg>
        <pc:spChg chg="del">
          <ac:chgData name="MOURID Leila" userId="a9fe3748-6e52-45c4-8920-88d6b584f0ba" providerId="ADAL" clId="{1C8AD9BF-6BDF-44CB-8D46-391621BE837C}" dt="2026-04-04T10:15:54.133" v="257" actId="478"/>
          <ac:spMkLst>
            <pc:docMk/>
            <pc:sldMk cId="0" sldId="262"/>
            <ac:spMk id="17" creationId="{00000000-0000-0000-0000-000000000000}"/>
          </ac:spMkLst>
        </pc:spChg>
        <pc:spChg chg="del">
          <ac:chgData name="MOURID Leila" userId="a9fe3748-6e52-45c4-8920-88d6b584f0ba" providerId="ADAL" clId="{1C8AD9BF-6BDF-44CB-8D46-391621BE837C}" dt="2026-04-04T10:15:50.751" v="256" actId="478"/>
          <ac:spMkLst>
            <pc:docMk/>
            <pc:sldMk cId="0" sldId="262"/>
            <ac:spMk id="18" creationId="{00000000-0000-0000-0000-000000000000}"/>
          </ac:spMkLst>
        </pc:spChg>
        <pc:spChg chg="del">
          <ac:chgData name="MOURID Leila" userId="a9fe3748-6e52-45c4-8920-88d6b584f0ba" providerId="ADAL" clId="{1C8AD9BF-6BDF-44CB-8D46-391621BE837C}" dt="2026-04-04T10:15:50.751" v="256" actId="478"/>
          <ac:spMkLst>
            <pc:docMk/>
            <pc:sldMk cId="0" sldId="262"/>
            <ac:spMk id="19" creationId="{00000000-0000-0000-0000-000000000000}"/>
          </ac:spMkLst>
        </pc:spChg>
        <pc:spChg chg="del mod">
          <ac:chgData name="MOURID Leila" userId="a9fe3748-6e52-45c4-8920-88d6b584f0ba" providerId="ADAL" clId="{1C8AD9BF-6BDF-44CB-8D46-391621BE837C}" dt="2026-04-04T10:15:45.298" v="255" actId="478"/>
          <ac:spMkLst>
            <pc:docMk/>
            <pc:sldMk cId="0" sldId="262"/>
            <ac:spMk id="20" creationId="{00000000-0000-0000-0000-000000000000}"/>
          </ac:spMkLst>
        </pc:spChg>
        <pc:spChg chg="del">
          <ac:chgData name="MOURID Leila" userId="a9fe3748-6e52-45c4-8920-88d6b584f0ba" providerId="ADAL" clId="{1C8AD9BF-6BDF-44CB-8D46-391621BE837C}" dt="2026-04-04T10:15:45.298" v="255" actId="478"/>
          <ac:spMkLst>
            <pc:docMk/>
            <pc:sldMk cId="0" sldId="262"/>
            <ac:spMk id="21" creationId="{00000000-0000-0000-0000-000000000000}"/>
          </ac:spMkLst>
        </pc:spChg>
        <pc:spChg chg="del">
          <ac:chgData name="MOURID Leila" userId="a9fe3748-6e52-45c4-8920-88d6b584f0ba" providerId="ADAL" clId="{1C8AD9BF-6BDF-44CB-8D46-391621BE837C}" dt="2026-04-04T10:15:55.720" v="258" actId="478"/>
          <ac:spMkLst>
            <pc:docMk/>
            <pc:sldMk cId="0" sldId="262"/>
            <ac:spMk id="22" creationId="{00000000-0000-0000-0000-000000000000}"/>
          </ac:spMkLst>
        </pc:spChg>
        <pc:spChg chg="del">
          <ac:chgData name="MOURID Leila" userId="a9fe3748-6e52-45c4-8920-88d6b584f0ba" providerId="ADAL" clId="{1C8AD9BF-6BDF-44CB-8D46-391621BE837C}" dt="2026-04-04T10:15:50.751" v="256" actId="478"/>
          <ac:spMkLst>
            <pc:docMk/>
            <pc:sldMk cId="0" sldId="262"/>
            <ac:spMk id="23" creationId="{00000000-0000-0000-0000-000000000000}"/>
          </ac:spMkLst>
        </pc:spChg>
        <pc:spChg chg="del">
          <ac:chgData name="MOURID Leila" userId="a9fe3748-6e52-45c4-8920-88d6b584f0ba" providerId="ADAL" clId="{1C8AD9BF-6BDF-44CB-8D46-391621BE837C}" dt="2026-04-04T10:16:02.087" v="259" actId="478"/>
          <ac:spMkLst>
            <pc:docMk/>
            <pc:sldMk cId="0" sldId="262"/>
            <ac:spMk id="24" creationId="{00000000-0000-0000-0000-000000000000}"/>
          </ac:spMkLst>
        </pc:spChg>
        <pc:spChg chg="del mod">
          <ac:chgData name="MOURID Leila" userId="a9fe3748-6e52-45c4-8920-88d6b584f0ba" providerId="ADAL" clId="{1C8AD9BF-6BDF-44CB-8D46-391621BE837C}" dt="2026-04-04T10:15:45.298" v="255" actId="478"/>
          <ac:spMkLst>
            <pc:docMk/>
            <pc:sldMk cId="0" sldId="262"/>
            <ac:spMk id="25" creationId="{00000000-0000-0000-0000-000000000000}"/>
          </ac:spMkLst>
        </pc:spChg>
        <pc:spChg chg="add mod">
          <ac:chgData name="MOURID Leila" userId="a9fe3748-6e52-45c4-8920-88d6b584f0ba" providerId="ADAL" clId="{1C8AD9BF-6BDF-44CB-8D46-391621BE837C}" dt="2026-04-04T10:27:59.813" v="263"/>
          <ac:spMkLst>
            <pc:docMk/>
            <pc:sldMk cId="0" sldId="262"/>
            <ac:spMk id="28" creationId="{36C8F8D3-6048-DF82-37F9-580CC9AACE4B}"/>
          </ac:spMkLst>
        </pc:spChg>
        <pc:spChg chg="add mod">
          <ac:chgData name="MOURID Leila" userId="a9fe3748-6e52-45c4-8920-88d6b584f0ba" providerId="ADAL" clId="{1C8AD9BF-6BDF-44CB-8D46-391621BE837C}" dt="2026-04-04T10:27:59.813" v="263"/>
          <ac:spMkLst>
            <pc:docMk/>
            <pc:sldMk cId="0" sldId="262"/>
            <ac:spMk id="29" creationId="{A5B6AF6F-63AF-909D-A418-9F04D61CBA53}"/>
          </ac:spMkLst>
        </pc:spChg>
        <pc:spChg chg="add mod">
          <ac:chgData name="MOURID Leila" userId="a9fe3748-6e52-45c4-8920-88d6b584f0ba" providerId="ADAL" clId="{1C8AD9BF-6BDF-44CB-8D46-391621BE837C}" dt="2026-04-04T10:27:59.813" v="263"/>
          <ac:spMkLst>
            <pc:docMk/>
            <pc:sldMk cId="0" sldId="262"/>
            <ac:spMk id="34" creationId="{BFC22798-9B6F-5BA3-4B98-CBEDAB8A1BC6}"/>
          </ac:spMkLst>
        </pc:spChg>
        <pc:spChg chg="add mod">
          <ac:chgData name="MOURID Leila" userId="a9fe3748-6e52-45c4-8920-88d6b584f0ba" providerId="ADAL" clId="{1C8AD9BF-6BDF-44CB-8D46-391621BE837C}" dt="2026-04-04T10:27:59.813" v="263"/>
          <ac:spMkLst>
            <pc:docMk/>
            <pc:sldMk cId="0" sldId="262"/>
            <ac:spMk id="36" creationId="{559373F9-4CFB-8B26-2049-F51BA6C2C479}"/>
          </ac:spMkLst>
        </pc:spChg>
        <pc:spChg chg="add mod">
          <ac:chgData name="MOURID Leila" userId="a9fe3748-6e52-45c4-8920-88d6b584f0ba" providerId="ADAL" clId="{1C8AD9BF-6BDF-44CB-8D46-391621BE837C}" dt="2026-04-04T10:27:59.813" v="263"/>
          <ac:spMkLst>
            <pc:docMk/>
            <pc:sldMk cId="0" sldId="262"/>
            <ac:spMk id="37" creationId="{3A9D10E2-2559-4B64-535C-D2AF3D1B77BD}"/>
          </ac:spMkLst>
        </pc:spChg>
        <pc:spChg chg="add mod">
          <ac:chgData name="MOURID Leila" userId="a9fe3748-6e52-45c4-8920-88d6b584f0ba" providerId="ADAL" clId="{1C8AD9BF-6BDF-44CB-8D46-391621BE837C}" dt="2026-04-04T10:27:59.813" v="263"/>
          <ac:spMkLst>
            <pc:docMk/>
            <pc:sldMk cId="0" sldId="262"/>
            <ac:spMk id="38" creationId="{F75BCEC3-BCD0-85E8-7642-2E41486F81DA}"/>
          </ac:spMkLst>
        </pc:spChg>
        <pc:spChg chg="add mod">
          <ac:chgData name="MOURID Leila" userId="a9fe3748-6e52-45c4-8920-88d6b584f0ba" providerId="ADAL" clId="{1C8AD9BF-6BDF-44CB-8D46-391621BE837C}" dt="2026-04-04T10:27:59.813" v="263"/>
          <ac:spMkLst>
            <pc:docMk/>
            <pc:sldMk cId="0" sldId="262"/>
            <ac:spMk id="39" creationId="{D03045DE-131D-095E-9B49-49F5E6656D9F}"/>
          </ac:spMkLst>
        </pc:spChg>
        <pc:spChg chg="add mod">
          <ac:chgData name="MOURID Leila" userId="a9fe3748-6e52-45c4-8920-88d6b584f0ba" providerId="ADAL" clId="{1C8AD9BF-6BDF-44CB-8D46-391621BE837C}" dt="2026-04-04T10:27:59.813" v="263"/>
          <ac:spMkLst>
            <pc:docMk/>
            <pc:sldMk cId="0" sldId="262"/>
            <ac:spMk id="41" creationId="{D7707F01-966F-406D-1CF8-E8BA7267C2C5}"/>
          </ac:spMkLst>
        </pc:spChg>
        <pc:spChg chg="add mod">
          <ac:chgData name="MOURID Leila" userId="a9fe3748-6e52-45c4-8920-88d6b584f0ba" providerId="ADAL" clId="{1C8AD9BF-6BDF-44CB-8D46-391621BE837C}" dt="2026-04-04T10:27:59.813" v="263"/>
          <ac:spMkLst>
            <pc:docMk/>
            <pc:sldMk cId="0" sldId="262"/>
            <ac:spMk id="42" creationId="{D20FB18D-220B-4CF2-2ADE-C368FDEEF1AF}"/>
          </ac:spMkLst>
        </pc:spChg>
        <pc:spChg chg="add mod">
          <ac:chgData name="MOURID Leila" userId="a9fe3748-6e52-45c4-8920-88d6b584f0ba" providerId="ADAL" clId="{1C8AD9BF-6BDF-44CB-8D46-391621BE837C}" dt="2026-04-04T10:27:59.813" v="263"/>
          <ac:spMkLst>
            <pc:docMk/>
            <pc:sldMk cId="0" sldId="262"/>
            <ac:spMk id="43" creationId="{51E304CE-C19F-7AA8-0241-21FDE7F445AF}"/>
          </ac:spMkLst>
        </pc:spChg>
        <pc:spChg chg="add mod">
          <ac:chgData name="MOURID Leila" userId="a9fe3748-6e52-45c4-8920-88d6b584f0ba" providerId="ADAL" clId="{1C8AD9BF-6BDF-44CB-8D46-391621BE837C}" dt="2026-04-04T10:28:11.146" v="297" actId="1036"/>
          <ac:spMkLst>
            <pc:docMk/>
            <pc:sldMk cId="0" sldId="262"/>
            <ac:spMk id="51" creationId="{7EE78FB6-58F3-160F-C1F8-D9C40EB8824A}"/>
          </ac:spMkLst>
        </pc:spChg>
        <pc:spChg chg="add mod">
          <ac:chgData name="MOURID Leila" userId="a9fe3748-6e52-45c4-8920-88d6b584f0ba" providerId="ADAL" clId="{1C8AD9BF-6BDF-44CB-8D46-391621BE837C}" dt="2026-04-04T10:28:11.146" v="297" actId="1036"/>
          <ac:spMkLst>
            <pc:docMk/>
            <pc:sldMk cId="0" sldId="262"/>
            <ac:spMk id="52" creationId="{3F63DD6D-864D-9EA8-2145-B69E8FD1AD0F}"/>
          </ac:spMkLst>
        </pc:spChg>
        <pc:spChg chg="add mod">
          <ac:chgData name="MOURID Leila" userId="a9fe3748-6e52-45c4-8920-88d6b584f0ba" providerId="ADAL" clId="{1C8AD9BF-6BDF-44CB-8D46-391621BE837C}" dt="2026-04-04T10:28:11.146" v="297" actId="1036"/>
          <ac:spMkLst>
            <pc:docMk/>
            <pc:sldMk cId="0" sldId="262"/>
            <ac:spMk id="54" creationId="{4D597BDC-F2E0-8AAD-BC71-FC7AC4F9A448}"/>
          </ac:spMkLst>
        </pc:spChg>
        <pc:spChg chg="add mod">
          <ac:chgData name="MOURID Leila" userId="a9fe3748-6e52-45c4-8920-88d6b584f0ba" providerId="ADAL" clId="{1C8AD9BF-6BDF-44CB-8D46-391621BE837C}" dt="2026-04-04T10:28:11.146" v="297" actId="1036"/>
          <ac:spMkLst>
            <pc:docMk/>
            <pc:sldMk cId="0" sldId="262"/>
            <ac:spMk id="55" creationId="{4756320C-2140-6C66-544F-F2CEFF49A57F}"/>
          </ac:spMkLst>
        </pc:spChg>
        <pc:spChg chg="add mod">
          <ac:chgData name="MOURID Leila" userId="a9fe3748-6e52-45c4-8920-88d6b584f0ba" providerId="ADAL" clId="{1C8AD9BF-6BDF-44CB-8D46-391621BE837C}" dt="2026-04-04T10:28:11.146" v="297" actId="1036"/>
          <ac:spMkLst>
            <pc:docMk/>
            <pc:sldMk cId="0" sldId="262"/>
            <ac:spMk id="56" creationId="{0B862310-960D-E448-8CB3-BF8DA1C6FCCF}"/>
          </ac:spMkLst>
        </pc:spChg>
        <pc:spChg chg="add mod">
          <ac:chgData name="MOURID Leila" userId="a9fe3748-6e52-45c4-8920-88d6b584f0ba" providerId="ADAL" clId="{1C8AD9BF-6BDF-44CB-8D46-391621BE837C}" dt="2026-04-04T10:28:11.146" v="297" actId="1036"/>
          <ac:spMkLst>
            <pc:docMk/>
            <pc:sldMk cId="0" sldId="262"/>
            <ac:spMk id="57" creationId="{5C260350-C57C-BCD5-684D-EF17B4724FD1}"/>
          </ac:spMkLst>
        </pc:spChg>
        <pc:spChg chg="add mod">
          <ac:chgData name="MOURID Leila" userId="a9fe3748-6e52-45c4-8920-88d6b584f0ba" providerId="ADAL" clId="{1C8AD9BF-6BDF-44CB-8D46-391621BE837C}" dt="2026-04-04T10:28:11.146" v="297" actId="1036"/>
          <ac:spMkLst>
            <pc:docMk/>
            <pc:sldMk cId="0" sldId="262"/>
            <ac:spMk id="58" creationId="{61B4F918-C9DA-CD9C-76B4-CF0E9CDDF131}"/>
          </ac:spMkLst>
        </pc:spChg>
        <pc:spChg chg="add mod">
          <ac:chgData name="MOURID Leila" userId="a9fe3748-6e52-45c4-8920-88d6b584f0ba" providerId="ADAL" clId="{1C8AD9BF-6BDF-44CB-8D46-391621BE837C}" dt="2026-04-04T10:28:11.146" v="297" actId="1036"/>
          <ac:spMkLst>
            <pc:docMk/>
            <pc:sldMk cId="0" sldId="262"/>
            <ac:spMk id="59" creationId="{682A2FAF-BB7C-E409-E53B-156693C80BF4}"/>
          </ac:spMkLst>
        </pc:spChg>
        <pc:spChg chg="add mod">
          <ac:chgData name="MOURID Leila" userId="a9fe3748-6e52-45c4-8920-88d6b584f0ba" providerId="ADAL" clId="{1C8AD9BF-6BDF-44CB-8D46-391621BE837C}" dt="2026-04-04T10:28:11.146" v="297" actId="1036"/>
          <ac:spMkLst>
            <pc:docMk/>
            <pc:sldMk cId="0" sldId="262"/>
            <ac:spMk id="60" creationId="{3DE8B40D-6929-7FEC-6C91-5CE66CC8BFC0}"/>
          </ac:spMkLst>
        </pc:spChg>
        <pc:spChg chg="add mod">
          <ac:chgData name="MOURID Leila" userId="a9fe3748-6e52-45c4-8920-88d6b584f0ba" providerId="ADAL" clId="{1C8AD9BF-6BDF-44CB-8D46-391621BE837C}" dt="2026-04-04T10:29:05.085" v="320" actId="12"/>
          <ac:spMkLst>
            <pc:docMk/>
            <pc:sldMk cId="0" sldId="262"/>
            <ac:spMk id="61" creationId="{F5378578-173A-C008-8792-CC196AF20374}"/>
          </ac:spMkLst>
        </pc:spChg>
        <pc:picChg chg="add mod">
          <ac:chgData name="MOURID Leila" userId="a9fe3748-6e52-45c4-8920-88d6b584f0ba" providerId="ADAL" clId="{1C8AD9BF-6BDF-44CB-8D46-391621BE837C}" dt="2026-04-04T10:28:39.474" v="316" actId="1076"/>
          <ac:picMkLst>
            <pc:docMk/>
            <pc:sldMk cId="0" sldId="262"/>
            <ac:picMk id="63" creationId="{76FB88E2-FED4-7A89-2F32-7609AF61F6A9}"/>
          </ac:picMkLst>
        </pc:picChg>
      </pc:sldChg>
      <pc:sldChg chg="modSp mod modTransition">
        <pc:chgData name="MOURID Leila" userId="a9fe3748-6e52-45c4-8920-88d6b584f0ba" providerId="ADAL" clId="{1C8AD9BF-6BDF-44CB-8D46-391621BE837C}" dt="2026-04-04T17:14:32.872" v="764" actId="20577"/>
        <pc:sldMkLst>
          <pc:docMk/>
          <pc:sldMk cId="0" sldId="263"/>
        </pc:sldMkLst>
        <pc:spChg chg="mod">
          <ac:chgData name="MOURID Leila" userId="a9fe3748-6e52-45c4-8920-88d6b584f0ba" providerId="ADAL" clId="{1C8AD9BF-6BDF-44CB-8D46-391621BE837C}" dt="2026-04-04T10:29:46.251" v="322" actId="122"/>
          <ac:spMkLst>
            <pc:docMk/>
            <pc:sldMk cId="0" sldId="263"/>
            <ac:spMk id="3" creationId="{00000000-0000-0000-0000-000000000000}"/>
          </ac:spMkLst>
        </pc:spChg>
        <pc:spChg chg="mod">
          <ac:chgData name="MOURID Leila" userId="a9fe3748-6e52-45c4-8920-88d6b584f0ba" providerId="ADAL" clId="{1C8AD9BF-6BDF-44CB-8D46-391621BE837C}" dt="2026-04-04T17:14:29.816" v="760" actId="20577"/>
          <ac:spMkLst>
            <pc:docMk/>
            <pc:sldMk cId="0" sldId="263"/>
            <ac:spMk id="6" creationId="{00000000-0000-0000-0000-000000000000}"/>
          </ac:spMkLst>
        </pc:spChg>
        <pc:spChg chg="mod">
          <ac:chgData name="MOURID Leila" userId="a9fe3748-6e52-45c4-8920-88d6b584f0ba" providerId="ADAL" clId="{1C8AD9BF-6BDF-44CB-8D46-391621BE837C}" dt="2026-04-04T17:14:32.872" v="764" actId="20577"/>
          <ac:spMkLst>
            <pc:docMk/>
            <pc:sldMk cId="0" sldId="263"/>
            <ac:spMk id="29" creationId="{00000000-0000-0000-0000-000000000000}"/>
          </ac:spMkLst>
        </pc:spChg>
      </pc:sldChg>
      <pc:sldChg chg="modSp mod modTransition">
        <pc:chgData name="MOURID Leila" userId="a9fe3748-6e52-45c4-8920-88d6b584f0ba" providerId="ADAL" clId="{1C8AD9BF-6BDF-44CB-8D46-391621BE837C}" dt="2026-04-04T10:40:04.104" v="422"/>
        <pc:sldMkLst>
          <pc:docMk/>
          <pc:sldMk cId="0" sldId="264"/>
        </pc:sldMkLst>
        <pc:spChg chg="mod">
          <ac:chgData name="MOURID Leila" userId="a9fe3748-6e52-45c4-8920-88d6b584f0ba" providerId="ADAL" clId="{1C8AD9BF-6BDF-44CB-8D46-391621BE837C}" dt="2026-04-04T10:30:45.199" v="350" actId="1076"/>
          <ac:spMkLst>
            <pc:docMk/>
            <pc:sldMk cId="0" sldId="264"/>
            <ac:spMk id="3"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12"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17"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21"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34"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35"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38"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41"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42"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43" creationId="{00000000-0000-0000-0000-000000000000}"/>
          </ac:spMkLst>
        </pc:spChg>
        <pc:spChg chg="mod">
          <ac:chgData name="MOURID Leila" userId="a9fe3748-6e52-45c4-8920-88d6b584f0ba" providerId="ADAL" clId="{1C8AD9BF-6BDF-44CB-8D46-391621BE837C}" dt="2026-04-04T10:30:39.021" v="349" actId="1035"/>
          <ac:spMkLst>
            <pc:docMk/>
            <pc:sldMk cId="0" sldId="264"/>
            <ac:spMk id="45" creationId="{00000000-0000-0000-0000-000000000000}"/>
          </ac:spMkLst>
        </pc:spChg>
      </pc:sldChg>
      <pc:sldChg chg="modSp mod modTransition">
        <pc:chgData name="MOURID Leila" userId="a9fe3748-6e52-45c4-8920-88d6b584f0ba" providerId="ADAL" clId="{1C8AD9BF-6BDF-44CB-8D46-391621BE837C}" dt="2026-04-04T10:40:11.937" v="423"/>
        <pc:sldMkLst>
          <pc:docMk/>
          <pc:sldMk cId="0" sldId="265"/>
        </pc:sldMkLst>
        <pc:spChg chg="mod">
          <ac:chgData name="MOURID Leila" userId="a9fe3748-6e52-45c4-8920-88d6b584f0ba" providerId="ADAL" clId="{1C8AD9BF-6BDF-44CB-8D46-391621BE837C}" dt="2026-04-04T10:31:03.444" v="351" actId="122"/>
          <ac:spMkLst>
            <pc:docMk/>
            <pc:sldMk cId="0" sldId="265"/>
            <ac:spMk id="3" creationId="{00000000-0000-0000-0000-000000000000}"/>
          </ac:spMkLst>
        </pc:spChg>
      </pc:sldChg>
      <pc:sldChg chg="modSp mod modTransition">
        <pc:chgData name="MOURID Leila" userId="a9fe3748-6e52-45c4-8920-88d6b584f0ba" providerId="ADAL" clId="{1C8AD9BF-6BDF-44CB-8D46-391621BE837C}" dt="2026-04-04T10:40:14.486" v="424"/>
        <pc:sldMkLst>
          <pc:docMk/>
          <pc:sldMk cId="0" sldId="266"/>
        </pc:sldMkLst>
        <pc:spChg chg="mod">
          <ac:chgData name="MOURID Leila" userId="a9fe3748-6e52-45c4-8920-88d6b584f0ba" providerId="ADAL" clId="{1C8AD9BF-6BDF-44CB-8D46-391621BE837C}" dt="2026-04-04T10:31:07.547" v="352" actId="122"/>
          <ac:spMkLst>
            <pc:docMk/>
            <pc:sldMk cId="0" sldId="266"/>
            <ac:spMk id="3" creationId="{00000000-0000-0000-0000-000000000000}"/>
          </ac:spMkLst>
        </pc:spChg>
      </pc:sldChg>
      <pc:sldChg chg="modSp mod modTransition">
        <pc:chgData name="MOURID Leila" userId="a9fe3748-6e52-45c4-8920-88d6b584f0ba" providerId="ADAL" clId="{1C8AD9BF-6BDF-44CB-8D46-391621BE837C}" dt="2026-04-04T10:40:16.944" v="425"/>
        <pc:sldMkLst>
          <pc:docMk/>
          <pc:sldMk cId="0" sldId="267"/>
        </pc:sldMkLst>
        <pc:spChg chg="mod">
          <ac:chgData name="MOURID Leila" userId="a9fe3748-6e52-45c4-8920-88d6b584f0ba" providerId="ADAL" clId="{1C8AD9BF-6BDF-44CB-8D46-391621BE837C}" dt="2026-04-04T10:31:11.975" v="353" actId="122"/>
          <ac:spMkLst>
            <pc:docMk/>
            <pc:sldMk cId="0" sldId="267"/>
            <ac:spMk id="3" creationId="{00000000-0000-0000-0000-000000000000}"/>
          </ac:spMkLst>
        </pc:spChg>
      </pc:sldChg>
      <pc:sldChg chg="addSp delSp modSp mod modTransition">
        <pc:chgData name="MOURID Leila" userId="a9fe3748-6e52-45c4-8920-88d6b584f0ba" providerId="ADAL" clId="{1C8AD9BF-6BDF-44CB-8D46-391621BE837C}" dt="2026-04-04T17:13:51.058" v="758" actId="1076"/>
        <pc:sldMkLst>
          <pc:docMk/>
          <pc:sldMk cId="0" sldId="268"/>
        </pc:sldMkLst>
        <pc:spChg chg="mod">
          <ac:chgData name="MOURID Leila" userId="a9fe3748-6e52-45c4-8920-88d6b584f0ba" providerId="ADAL" clId="{1C8AD9BF-6BDF-44CB-8D46-391621BE837C}" dt="2026-04-04T10:31:17.691" v="354" actId="122"/>
          <ac:spMkLst>
            <pc:docMk/>
            <pc:sldMk cId="0" sldId="268"/>
            <ac:spMk id="3" creationId="{00000000-0000-0000-0000-000000000000}"/>
          </ac:spMkLst>
        </pc:spChg>
        <pc:spChg chg="del">
          <ac:chgData name="MOURID Leila" userId="a9fe3748-6e52-45c4-8920-88d6b584f0ba" providerId="ADAL" clId="{1C8AD9BF-6BDF-44CB-8D46-391621BE837C}" dt="2026-04-04T17:13:17.250" v="750" actId="478"/>
          <ac:spMkLst>
            <pc:docMk/>
            <pc:sldMk cId="0" sldId="268"/>
            <ac:spMk id="6" creationId="{00000000-0000-0000-0000-000000000000}"/>
          </ac:spMkLst>
        </pc:spChg>
        <pc:spChg chg="mod">
          <ac:chgData name="MOURID Leila" userId="a9fe3748-6e52-45c4-8920-88d6b584f0ba" providerId="ADAL" clId="{1C8AD9BF-6BDF-44CB-8D46-391621BE837C}" dt="2026-04-04T17:13:32.822" v="753" actId="14100"/>
          <ac:spMkLst>
            <pc:docMk/>
            <pc:sldMk cId="0" sldId="268"/>
            <ac:spMk id="7" creationId="{00000000-0000-0000-0000-000000000000}"/>
          </ac:spMkLst>
        </pc:spChg>
        <pc:spChg chg="del">
          <ac:chgData name="MOURID Leila" userId="a9fe3748-6e52-45c4-8920-88d6b584f0ba" providerId="ADAL" clId="{1C8AD9BF-6BDF-44CB-8D46-391621BE837C}" dt="2026-04-04T16:58:24.124" v="559" actId="478"/>
          <ac:spMkLst>
            <pc:docMk/>
            <pc:sldMk cId="0" sldId="268"/>
            <ac:spMk id="8" creationId="{00000000-0000-0000-0000-000000000000}"/>
          </ac:spMkLst>
        </pc:spChg>
        <pc:spChg chg="del">
          <ac:chgData name="MOURID Leila" userId="a9fe3748-6e52-45c4-8920-88d6b584f0ba" providerId="ADAL" clId="{1C8AD9BF-6BDF-44CB-8D46-391621BE837C}" dt="2026-04-04T17:12:02.140" v="729" actId="478"/>
          <ac:spMkLst>
            <pc:docMk/>
            <pc:sldMk cId="0" sldId="268"/>
            <ac:spMk id="11" creationId="{00000000-0000-0000-0000-000000000000}"/>
          </ac:spMkLst>
        </pc:spChg>
        <pc:spChg chg="mod">
          <ac:chgData name="MOURID Leila" userId="a9fe3748-6e52-45c4-8920-88d6b584f0ba" providerId="ADAL" clId="{1C8AD9BF-6BDF-44CB-8D46-391621BE837C}" dt="2026-04-04T17:12:07.933" v="730" actId="1076"/>
          <ac:spMkLst>
            <pc:docMk/>
            <pc:sldMk cId="0" sldId="268"/>
            <ac:spMk id="12" creationId="{00000000-0000-0000-0000-000000000000}"/>
          </ac:spMkLst>
        </pc:spChg>
        <pc:spChg chg="mod">
          <ac:chgData name="MOURID Leila" userId="a9fe3748-6e52-45c4-8920-88d6b584f0ba" providerId="ADAL" clId="{1C8AD9BF-6BDF-44CB-8D46-391621BE837C}" dt="2026-04-04T17:13:51.058" v="758" actId="1076"/>
          <ac:spMkLst>
            <pc:docMk/>
            <pc:sldMk cId="0" sldId="268"/>
            <ac:spMk id="14" creationId="{00000000-0000-0000-0000-000000000000}"/>
          </ac:spMkLst>
        </pc:spChg>
        <pc:spChg chg="del">
          <ac:chgData name="MOURID Leila" userId="a9fe3748-6e52-45c4-8920-88d6b584f0ba" providerId="ADAL" clId="{1C8AD9BF-6BDF-44CB-8D46-391621BE837C}" dt="2026-04-04T17:13:24.255" v="751" actId="478"/>
          <ac:spMkLst>
            <pc:docMk/>
            <pc:sldMk cId="0" sldId="268"/>
            <ac:spMk id="16" creationId="{00000000-0000-0000-0000-000000000000}"/>
          </ac:spMkLst>
        </pc:spChg>
        <pc:spChg chg="mod">
          <ac:chgData name="MOURID Leila" userId="a9fe3748-6e52-45c4-8920-88d6b584f0ba" providerId="ADAL" clId="{1C8AD9BF-6BDF-44CB-8D46-391621BE837C}" dt="2026-04-04T17:13:38.341" v="755" actId="14100"/>
          <ac:spMkLst>
            <pc:docMk/>
            <pc:sldMk cId="0" sldId="268"/>
            <ac:spMk id="17" creationId="{00000000-0000-0000-0000-000000000000}"/>
          </ac:spMkLst>
        </pc:spChg>
        <pc:spChg chg="del mod">
          <ac:chgData name="MOURID Leila" userId="a9fe3748-6e52-45c4-8920-88d6b584f0ba" providerId="ADAL" clId="{1C8AD9BF-6BDF-44CB-8D46-391621BE837C}" dt="2026-04-04T17:12:11.989" v="732" actId="478"/>
          <ac:spMkLst>
            <pc:docMk/>
            <pc:sldMk cId="0" sldId="268"/>
            <ac:spMk id="21" creationId="{00000000-0000-0000-0000-000000000000}"/>
          </ac:spMkLst>
        </pc:spChg>
        <pc:spChg chg="mod">
          <ac:chgData name="MOURID Leila" userId="a9fe3748-6e52-45c4-8920-88d6b584f0ba" providerId="ADAL" clId="{1C8AD9BF-6BDF-44CB-8D46-391621BE837C}" dt="2026-04-04T17:13:13.388" v="749" actId="14100"/>
          <ac:spMkLst>
            <pc:docMk/>
            <pc:sldMk cId="0" sldId="268"/>
            <ac:spMk id="22" creationId="{00000000-0000-0000-0000-000000000000}"/>
          </ac:spMkLst>
        </pc:spChg>
        <pc:spChg chg="del">
          <ac:chgData name="MOURID Leila" userId="a9fe3748-6e52-45c4-8920-88d6b584f0ba" providerId="ADAL" clId="{1C8AD9BF-6BDF-44CB-8D46-391621BE837C}" dt="2026-04-04T17:00:37.342" v="567" actId="478"/>
          <ac:spMkLst>
            <pc:docMk/>
            <pc:sldMk cId="0" sldId="268"/>
            <ac:spMk id="26" creationId="{00000000-0000-0000-0000-000000000000}"/>
          </ac:spMkLst>
        </pc:spChg>
        <pc:spChg chg="del">
          <ac:chgData name="MOURID Leila" userId="a9fe3748-6e52-45c4-8920-88d6b584f0ba" providerId="ADAL" clId="{1C8AD9BF-6BDF-44CB-8D46-391621BE837C}" dt="2026-04-04T17:00:37.342" v="567" actId="478"/>
          <ac:spMkLst>
            <pc:docMk/>
            <pc:sldMk cId="0" sldId="268"/>
            <ac:spMk id="27" creationId="{00000000-0000-0000-0000-000000000000}"/>
          </ac:spMkLst>
        </pc:spChg>
        <pc:spChg chg="del">
          <ac:chgData name="MOURID Leila" userId="a9fe3748-6e52-45c4-8920-88d6b584f0ba" providerId="ADAL" clId="{1C8AD9BF-6BDF-44CB-8D46-391621BE837C}" dt="2026-04-04T17:00:37.342" v="567" actId="478"/>
          <ac:spMkLst>
            <pc:docMk/>
            <pc:sldMk cId="0" sldId="268"/>
            <ac:spMk id="28" creationId="{00000000-0000-0000-0000-000000000000}"/>
          </ac:spMkLst>
        </pc:spChg>
        <pc:spChg chg="mod">
          <ac:chgData name="MOURID Leila" userId="a9fe3748-6e52-45c4-8920-88d6b584f0ba" providerId="ADAL" clId="{1C8AD9BF-6BDF-44CB-8D46-391621BE837C}" dt="2026-04-04T17:13:03.706" v="747" actId="1076"/>
          <ac:spMkLst>
            <pc:docMk/>
            <pc:sldMk cId="0" sldId="268"/>
            <ac:spMk id="29" creationId="{00000000-0000-0000-0000-000000000000}"/>
          </ac:spMkLst>
        </pc:spChg>
        <pc:spChg chg="del">
          <ac:chgData name="MOURID Leila" userId="a9fe3748-6e52-45c4-8920-88d6b584f0ba" providerId="ADAL" clId="{1C8AD9BF-6BDF-44CB-8D46-391621BE837C}" dt="2026-04-04T17:02:34.291" v="569" actId="478"/>
          <ac:spMkLst>
            <pc:docMk/>
            <pc:sldMk cId="0" sldId="268"/>
            <ac:spMk id="31" creationId="{00000000-0000-0000-0000-000000000000}"/>
          </ac:spMkLst>
        </pc:spChg>
        <pc:spChg chg="del">
          <ac:chgData name="MOURID Leila" userId="a9fe3748-6e52-45c4-8920-88d6b584f0ba" providerId="ADAL" clId="{1C8AD9BF-6BDF-44CB-8D46-391621BE837C}" dt="2026-04-04T17:02:34.291" v="569" actId="478"/>
          <ac:spMkLst>
            <pc:docMk/>
            <pc:sldMk cId="0" sldId="268"/>
            <ac:spMk id="32" creationId="{00000000-0000-0000-0000-000000000000}"/>
          </ac:spMkLst>
        </pc:spChg>
        <pc:spChg chg="del">
          <ac:chgData name="MOURID Leila" userId="a9fe3748-6e52-45c4-8920-88d6b584f0ba" providerId="ADAL" clId="{1C8AD9BF-6BDF-44CB-8D46-391621BE837C}" dt="2026-04-04T17:02:34.291" v="569" actId="478"/>
          <ac:spMkLst>
            <pc:docMk/>
            <pc:sldMk cId="0" sldId="268"/>
            <ac:spMk id="33" creationId="{00000000-0000-0000-0000-000000000000}"/>
          </ac:spMkLst>
        </pc:spChg>
        <pc:spChg chg="add mod">
          <ac:chgData name="MOURID Leila" userId="a9fe3748-6e52-45c4-8920-88d6b584f0ba" providerId="ADAL" clId="{1C8AD9BF-6BDF-44CB-8D46-391621BE837C}" dt="2026-04-04T16:58:25.081" v="560"/>
          <ac:spMkLst>
            <pc:docMk/>
            <pc:sldMk cId="0" sldId="268"/>
            <ac:spMk id="34" creationId="{6B2FD154-C902-1983-FE2D-9AB4C7C52E46}"/>
          </ac:spMkLst>
        </pc:spChg>
        <pc:spChg chg="add del mod">
          <ac:chgData name="MOURID Leila" userId="a9fe3748-6e52-45c4-8920-88d6b584f0ba" providerId="ADAL" clId="{1C8AD9BF-6BDF-44CB-8D46-391621BE837C}" dt="2026-04-04T17:13:28.055" v="752" actId="478"/>
          <ac:spMkLst>
            <pc:docMk/>
            <pc:sldMk cId="0" sldId="268"/>
            <ac:spMk id="35" creationId="{E8C7F453-5E94-5796-B265-AE23F5706734}"/>
          </ac:spMkLst>
        </pc:spChg>
        <pc:spChg chg="add mod">
          <ac:chgData name="MOURID Leila" userId="a9fe3748-6e52-45c4-8920-88d6b584f0ba" providerId="ADAL" clId="{1C8AD9BF-6BDF-44CB-8D46-391621BE837C}" dt="2026-04-04T17:13:42.338" v="756" actId="14100"/>
          <ac:spMkLst>
            <pc:docMk/>
            <pc:sldMk cId="0" sldId="268"/>
            <ac:spMk id="36" creationId="{A08BF9FD-7ED7-5F7B-EFFA-F3CE06B3C4FC}"/>
          </ac:spMkLst>
        </pc:spChg>
        <pc:spChg chg="add mod">
          <ac:chgData name="MOURID Leila" userId="a9fe3748-6e52-45c4-8920-88d6b584f0ba" providerId="ADAL" clId="{1C8AD9BF-6BDF-44CB-8D46-391621BE837C}" dt="2026-04-04T17:00:38.041" v="568"/>
          <ac:spMkLst>
            <pc:docMk/>
            <pc:sldMk cId="0" sldId="268"/>
            <ac:spMk id="37" creationId="{908EBFA4-B10F-FF6D-17E0-4DD6DD0F9E5B}"/>
          </ac:spMkLst>
        </pc:spChg>
        <pc:spChg chg="add del mod">
          <ac:chgData name="MOURID Leila" userId="a9fe3748-6e52-45c4-8920-88d6b584f0ba" providerId="ADAL" clId="{1C8AD9BF-6BDF-44CB-8D46-391621BE837C}" dt="2026-04-04T17:12:25.404" v="734" actId="478"/>
          <ac:spMkLst>
            <pc:docMk/>
            <pc:sldMk cId="0" sldId="268"/>
            <ac:spMk id="38" creationId="{C034EE74-4B3A-1790-C849-B79882E50E87}"/>
          </ac:spMkLst>
        </pc:spChg>
        <pc:spChg chg="add mod">
          <ac:chgData name="MOURID Leila" userId="a9fe3748-6e52-45c4-8920-88d6b584f0ba" providerId="ADAL" clId="{1C8AD9BF-6BDF-44CB-8D46-391621BE837C}" dt="2026-04-04T17:13:10.311" v="748" actId="14100"/>
          <ac:spMkLst>
            <pc:docMk/>
            <pc:sldMk cId="0" sldId="268"/>
            <ac:spMk id="39" creationId="{C9FECC71-DEAD-5B14-3C58-045E3035C0E9}"/>
          </ac:spMkLst>
        </pc:spChg>
        <pc:spChg chg="add mod">
          <ac:chgData name="MOURID Leila" userId="a9fe3748-6e52-45c4-8920-88d6b584f0ba" providerId="ADAL" clId="{1C8AD9BF-6BDF-44CB-8D46-391621BE837C}" dt="2026-04-04T17:02:35.065" v="570"/>
          <ac:spMkLst>
            <pc:docMk/>
            <pc:sldMk cId="0" sldId="268"/>
            <ac:spMk id="40" creationId="{6B4B94A9-A7B4-930C-05CD-4DEE04754FE1}"/>
          </ac:spMkLst>
        </pc:spChg>
      </pc:sldChg>
      <pc:sldChg chg="modSp mod modTransition">
        <pc:chgData name="MOURID Leila" userId="a9fe3748-6e52-45c4-8920-88d6b584f0ba" providerId="ADAL" clId="{1C8AD9BF-6BDF-44CB-8D46-391621BE837C}" dt="2026-04-04T10:40:20.246" v="427"/>
        <pc:sldMkLst>
          <pc:docMk/>
          <pc:sldMk cId="0" sldId="269"/>
        </pc:sldMkLst>
        <pc:spChg chg="mod">
          <ac:chgData name="MOURID Leila" userId="a9fe3748-6e52-45c4-8920-88d6b584f0ba" providerId="ADAL" clId="{1C8AD9BF-6BDF-44CB-8D46-391621BE837C}" dt="2026-04-04T10:31:40.685" v="355" actId="122"/>
          <ac:spMkLst>
            <pc:docMk/>
            <pc:sldMk cId="0" sldId="269"/>
            <ac:spMk id="3" creationId="{00000000-0000-0000-0000-000000000000}"/>
          </ac:spMkLst>
        </pc:spChg>
        <pc:spChg chg="mod">
          <ac:chgData name="MOURID Leila" userId="a9fe3748-6e52-45c4-8920-88d6b584f0ba" providerId="ADAL" clId="{1C8AD9BF-6BDF-44CB-8D46-391621BE837C}" dt="2026-04-04T10:32:10.950" v="361" actId="403"/>
          <ac:spMkLst>
            <pc:docMk/>
            <pc:sldMk cId="0" sldId="269"/>
            <ac:spMk id="8" creationId="{00000000-0000-0000-0000-000000000000}"/>
          </ac:spMkLst>
        </pc:spChg>
        <pc:spChg chg="mod">
          <ac:chgData name="MOURID Leila" userId="a9fe3748-6e52-45c4-8920-88d6b584f0ba" providerId="ADAL" clId="{1C8AD9BF-6BDF-44CB-8D46-391621BE837C}" dt="2026-04-04T10:32:18.447" v="363" actId="13900"/>
          <ac:spMkLst>
            <pc:docMk/>
            <pc:sldMk cId="0" sldId="269"/>
            <ac:spMk id="13" creationId="{00000000-0000-0000-0000-000000000000}"/>
          </ac:spMkLst>
        </pc:spChg>
        <pc:spChg chg="mod">
          <ac:chgData name="MOURID Leila" userId="a9fe3748-6e52-45c4-8920-88d6b584f0ba" providerId="ADAL" clId="{1C8AD9BF-6BDF-44CB-8D46-391621BE837C}" dt="2026-04-04T10:32:03.087" v="359" actId="403"/>
          <ac:spMkLst>
            <pc:docMk/>
            <pc:sldMk cId="0" sldId="269"/>
            <ac:spMk id="18" creationId="{00000000-0000-0000-0000-000000000000}"/>
          </ac:spMkLst>
        </pc:spChg>
        <pc:spChg chg="mod">
          <ac:chgData name="MOURID Leila" userId="a9fe3748-6e52-45c4-8920-88d6b584f0ba" providerId="ADAL" clId="{1C8AD9BF-6BDF-44CB-8D46-391621BE837C}" dt="2026-04-04T10:31:55.677" v="357" actId="13900"/>
          <ac:spMkLst>
            <pc:docMk/>
            <pc:sldMk cId="0" sldId="269"/>
            <ac:spMk id="23" creationId="{00000000-0000-0000-0000-000000000000}"/>
          </ac:spMkLst>
        </pc:spChg>
      </pc:sldChg>
      <pc:sldChg chg="addSp delSp modSp mod modTransition">
        <pc:chgData name="MOURID Leila" userId="a9fe3748-6e52-45c4-8920-88d6b584f0ba" providerId="ADAL" clId="{1C8AD9BF-6BDF-44CB-8D46-391621BE837C}" dt="2026-04-04T10:40:22.465" v="428"/>
        <pc:sldMkLst>
          <pc:docMk/>
          <pc:sldMk cId="0" sldId="270"/>
        </pc:sldMkLst>
        <pc:spChg chg="mod">
          <ac:chgData name="MOURID Leila" userId="a9fe3748-6e52-45c4-8920-88d6b584f0ba" providerId="ADAL" clId="{1C8AD9BF-6BDF-44CB-8D46-391621BE837C}" dt="2026-04-04T10:32:28.587" v="364" actId="122"/>
          <ac:spMkLst>
            <pc:docMk/>
            <pc:sldMk cId="0" sldId="270"/>
            <ac:spMk id="3" creationId="{00000000-0000-0000-0000-000000000000}"/>
          </ac:spMkLst>
        </pc:spChg>
        <pc:spChg chg="mod">
          <ac:chgData name="MOURID Leila" userId="a9fe3748-6e52-45c4-8920-88d6b584f0ba" providerId="ADAL" clId="{1C8AD9BF-6BDF-44CB-8D46-391621BE837C}" dt="2026-04-04T10:34:21.021" v="379" actId="12"/>
          <ac:spMkLst>
            <pc:docMk/>
            <pc:sldMk cId="0" sldId="270"/>
            <ac:spMk id="4" creationId="{00000000-0000-0000-0000-000000000000}"/>
          </ac:spMkLst>
        </pc:spChg>
        <pc:spChg chg="mod">
          <ac:chgData name="MOURID Leila" userId="a9fe3748-6e52-45c4-8920-88d6b584f0ba" providerId="ADAL" clId="{1C8AD9BF-6BDF-44CB-8D46-391621BE837C}" dt="2026-04-04T10:32:51.070" v="371" actId="12"/>
          <ac:spMkLst>
            <pc:docMk/>
            <pc:sldMk cId="0" sldId="270"/>
            <ac:spMk id="6" creationId="{00000000-0000-0000-0000-000000000000}"/>
          </ac:spMkLst>
        </pc:spChg>
        <pc:spChg chg="del">
          <ac:chgData name="MOURID Leila" userId="a9fe3748-6e52-45c4-8920-88d6b584f0ba" providerId="ADAL" clId="{1C8AD9BF-6BDF-44CB-8D46-391621BE837C}" dt="2026-04-04T10:34:00.341" v="377" actId="478"/>
          <ac:spMkLst>
            <pc:docMk/>
            <pc:sldMk cId="0" sldId="270"/>
            <ac:spMk id="7" creationId="{00000000-0000-0000-0000-000000000000}"/>
          </ac:spMkLst>
        </pc:spChg>
        <pc:spChg chg="mod">
          <ac:chgData name="MOURID Leila" userId="a9fe3748-6e52-45c4-8920-88d6b584f0ba" providerId="ADAL" clId="{1C8AD9BF-6BDF-44CB-8D46-391621BE837C}" dt="2026-04-04T10:35:33.654" v="395" actId="27107"/>
          <ac:spMkLst>
            <pc:docMk/>
            <pc:sldMk cId="0" sldId="270"/>
            <ac:spMk id="8" creationId="{00000000-0000-0000-0000-000000000000}"/>
          </ac:spMkLst>
        </pc:spChg>
        <pc:spChg chg="del">
          <ac:chgData name="MOURID Leila" userId="a9fe3748-6e52-45c4-8920-88d6b584f0ba" providerId="ADAL" clId="{1C8AD9BF-6BDF-44CB-8D46-391621BE837C}" dt="2026-04-04T10:34:00.341" v="377" actId="478"/>
          <ac:spMkLst>
            <pc:docMk/>
            <pc:sldMk cId="0" sldId="270"/>
            <ac:spMk id="9" creationId="{00000000-0000-0000-0000-000000000000}"/>
          </ac:spMkLst>
        </pc:spChg>
        <pc:spChg chg="mod">
          <ac:chgData name="MOURID Leila" userId="a9fe3748-6e52-45c4-8920-88d6b584f0ba" providerId="ADAL" clId="{1C8AD9BF-6BDF-44CB-8D46-391621BE837C}" dt="2026-04-04T10:34:43.870" v="383" actId="12"/>
          <ac:spMkLst>
            <pc:docMk/>
            <pc:sldMk cId="0" sldId="270"/>
            <ac:spMk id="10" creationId="{00000000-0000-0000-0000-000000000000}"/>
          </ac:spMkLst>
        </pc:spChg>
        <pc:spChg chg="del">
          <ac:chgData name="MOURID Leila" userId="a9fe3748-6e52-45c4-8920-88d6b584f0ba" providerId="ADAL" clId="{1C8AD9BF-6BDF-44CB-8D46-391621BE837C}" dt="2026-04-04T10:34:00.341" v="377" actId="478"/>
          <ac:spMkLst>
            <pc:docMk/>
            <pc:sldMk cId="0" sldId="270"/>
            <ac:spMk id="11" creationId="{00000000-0000-0000-0000-000000000000}"/>
          </ac:spMkLst>
        </pc:spChg>
        <pc:spChg chg="mod">
          <ac:chgData name="MOURID Leila" userId="a9fe3748-6e52-45c4-8920-88d6b584f0ba" providerId="ADAL" clId="{1C8AD9BF-6BDF-44CB-8D46-391621BE837C}" dt="2026-04-04T10:34:56.843" v="387" actId="12"/>
          <ac:spMkLst>
            <pc:docMk/>
            <pc:sldMk cId="0" sldId="270"/>
            <ac:spMk id="12" creationId="{00000000-0000-0000-0000-000000000000}"/>
          </ac:spMkLst>
        </pc:spChg>
        <pc:spChg chg="del">
          <ac:chgData name="MOURID Leila" userId="a9fe3748-6e52-45c4-8920-88d6b584f0ba" providerId="ADAL" clId="{1C8AD9BF-6BDF-44CB-8D46-391621BE837C}" dt="2026-04-04T10:34:00.341" v="377" actId="478"/>
          <ac:spMkLst>
            <pc:docMk/>
            <pc:sldMk cId="0" sldId="270"/>
            <ac:spMk id="13" creationId="{00000000-0000-0000-0000-000000000000}"/>
          </ac:spMkLst>
        </pc:spChg>
        <pc:spChg chg="mod">
          <ac:chgData name="MOURID Leila" userId="a9fe3748-6e52-45c4-8920-88d6b584f0ba" providerId="ADAL" clId="{1C8AD9BF-6BDF-44CB-8D46-391621BE837C}" dt="2026-04-04T10:35:01.035" v="388" actId="12"/>
          <ac:spMkLst>
            <pc:docMk/>
            <pc:sldMk cId="0" sldId="270"/>
            <ac:spMk id="14" creationId="{00000000-0000-0000-0000-000000000000}"/>
          </ac:spMkLst>
        </pc:spChg>
        <pc:spChg chg="del">
          <ac:chgData name="MOURID Leila" userId="a9fe3748-6e52-45c4-8920-88d6b584f0ba" providerId="ADAL" clId="{1C8AD9BF-6BDF-44CB-8D46-391621BE837C}" dt="2026-04-04T10:34:00.341" v="377" actId="478"/>
          <ac:spMkLst>
            <pc:docMk/>
            <pc:sldMk cId="0" sldId="270"/>
            <ac:spMk id="15" creationId="{00000000-0000-0000-0000-000000000000}"/>
          </ac:spMkLst>
        </pc:spChg>
        <pc:spChg chg="mod">
          <ac:chgData name="MOURID Leila" userId="a9fe3748-6e52-45c4-8920-88d6b584f0ba" providerId="ADAL" clId="{1C8AD9BF-6BDF-44CB-8D46-391621BE837C}" dt="2026-04-04T10:35:05.061" v="389" actId="12"/>
          <ac:spMkLst>
            <pc:docMk/>
            <pc:sldMk cId="0" sldId="270"/>
            <ac:spMk id="16" creationId="{00000000-0000-0000-0000-000000000000}"/>
          </ac:spMkLst>
        </pc:spChg>
        <pc:spChg chg="mod">
          <ac:chgData name="MOURID Leila" userId="a9fe3748-6e52-45c4-8920-88d6b584f0ba" providerId="ADAL" clId="{1C8AD9BF-6BDF-44CB-8D46-391621BE837C}" dt="2026-04-04T10:32:46.855" v="370" actId="12"/>
          <ac:spMkLst>
            <pc:docMk/>
            <pc:sldMk cId="0" sldId="270"/>
            <ac:spMk id="19" creationId="{00000000-0000-0000-0000-000000000000}"/>
          </ac:spMkLst>
        </pc:spChg>
        <pc:spChg chg="mod">
          <ac:chgData name="MOURID Leila" userId="a9fe3748-6e52-45c4-8920-88d6b584f0ba" providerId="ADAL" clId="{1C8AD9BF-6BDF-44CB-8D46-391621BE837C}" dt="2026-04-04T10:32:58.040" v="372" actId="20577"/>
          <ac:spMkLst>
            <pc:docMk/>
            <pc:sldMk cId="0" sldId="270"/>
            <ac:spMk id="20" creationId="{00000000-0000-0000-0000-000000000000}"/>
          </ac:spMkLst>
        </pc:spChg>
        <pc:spChg chg="mod">
          <ac:chgData name="MOURID Leila" userId="a9fe3748-6e52-45c4-8920-88d6b584f0ba" providerId="ADAL" clId="{1C8AD9BF-6BDF-44CB-8D46-391621BE837C}" dt="2026-04-04T10:35:08.232" v="390" actId="14100"/>
          <ac:spMkLst>
            <pc:docMk/>
            <pc:sldMk cId="0" sldId="270"/>
            <ac:spMk id="21" creationId="{00000000-0000-0000-0000-000000000000}"/>
          </ac:spMkLst>
        </pc:spChg>
        <pc:spChg chg="del">
          <ac:chgData name="MOURID Leila" userId="a9fe3748-6e52-45c4-8920-88d6b584f0ba" providerId="ADAL" clId="{1C8AD9BF-6BDF-44CB-8D46-391621BE837C}" dt="2026-04-04T10:33:11.314" v="373" actId="478"/>
          <ac:spMkLst>
            <pc:docMk/>
            <pc:sldMk cId="0" sldId="270"/>
            <ac:spMk id="22" creationId="{00000000-0000-0000-0000-000000000000}"/>
          </ac:spMkLst>
        </pc:spChg>
        <pc:spChg chg="mod">
          <ac:chgData name="MOURID Leila" userId="a9fe3748-6e52-45c4-8920-88d6b584f0ba" providerId="ADAL" clId="{1C8AD9BF-6BDF-44CB-8D46-391621BE837C}" dt="2026-04-04T10:35:12.537" v="391" actId="14100"/>
          <ac:spMkLst>
            <pc:docMk/>
            <pc:sldMk cId="0" sldId="270"/>
            <ac:spMk id="23" creationId="{00000000-0000-0000-0000-000000000000}"/>
          </ac:spMkLst>
        </pc:spChg>
        <pc:spChg chg="del">
          <ac:chgData name="MOURID Leila" userId="a9fe3748-6e52-45c4-8920-88d6b584f0ba" providerId="ADAL" clId="{1C8AD9BF-6BDF-44CB-8D46-391621BE837C}" dt="2026-04-04T10:33:11.314" v="373" actId="478"/>
          <ac:spMkLst>
            <pc:docMk/>
            <pc:sldMk cId="0" sldId="270"/>
            <ac:spMk id="24" creationId="{00000000-0000-0000-0000-000000000000}"/>
          </ac:spMkLst>
        </pc:spChg>
        <pc:spChg chg="mod">
          <ac:chgData name="MOURID Leila" userId="a9fe3748-6e52-45c4-8920-88d6b584f0ba" providerId="ADAL" clId="{1C8AD9BF-6BDF-44CB-8D46-391621BE837C}" dt="2026-04-04T10:35:15.369" v="392" actId="14100"/>
          <ac:spMkLst>
            <pc:docMk/>
            <pc:sldMk cId="0" sldId="270"/>
            <ac:spMk id="25" creationId="{00000000-0000-0000-0000-000000000000}"/>
          </ac:spMkLst>
        </pc:spChg>
        <pc:spChg chg="del">
          <ac:chgData name="MOURID Leila" userId="a9fe3748-6e52-45c4-8920-88d6b584f0ba" providerId="ADAL" clId="{1C8AD9BF-6BDF-44CB-8D46-391621BE837C}" dt="2026-04-04T10:33:11.314" v="373" actId="478"/>
          <ac:spMkLst>
            <pc:docMk/>
            <pc:sldMk cId="0" sldId="270"/>
            <ac:spMk id="26" creationId="{00000000-0000-0000-0000-000000000000}"/>
          </ac:spMkLst>
        </pc:spChg>
        <pc:spChg chg="mod">
          <ac:chgData name="MOURID Leila" userId="a9fe3748-6e52-45c4-8920-88d6b584f0ba" providerId="ADAL" clId="{1C8AD9BF-6BDF-44CB-8D46-391621BE837C}" dt="2026-04-04T10:35:19.164" v="393" actId="14100"/>
          <ac:spMkLst>
            <pc:docMk/>
            <pc:sldMk cId="0" sldId="270"/>
            <ac:spMk id="27" creationId="{00000000-0000-0000-0000-000000000000}"/>
          </ac:spMkLst>
        </pc:spChg>
        <pc:spChg chg="del">
          <ac:chgData name="MOURID Leila" userId="a9fe3748-6e52-45c4-8920-88d6b584f0ba" providerId="ADAL" clId="{1C8AD9BF-6BDF-44CB-8D46-391621BE837C}" dt="2026-04-04T10:33:11.314" v="373" actId="478"/>
          <ac:spMkLst>
            <pc:docMk/>
            <pc:sldMk cId="0" sldId="270"/>
            <ac:spMk id="28" creationId="{00000000-0000-0000-0000-000000000000}"/>
          </ac:spMkLst>
        </pc:spChg>
        <pc:spChg chg="mod">
          <ac:chgData name="MOURID Leila" userId="a9fe3748-6e52-45c4-8920-88d6b584f0ba" providerId="ADAL" clId="{1C8AD9BF-6BDF-44CB-8D46-391621BE837C}" dt="2026-04-04T10:35:22.817" v="394" actId="14100"/>
          <ac:spMkLst>
            <pc:docMk/>
            <pc:sldMk cId="0" sldId="270"/>
            <ac:spMk id="29" creationId="{00000000-0000-0000-0000-000000000000}"/>
          </ac:spMkLst>
        </pc:spChg>
        <pc:spChg chg="add del mod">
          <ac:chgData name="MOURID Leila" userId="a9fe3748-6e52-45c4-8920-88d6b584f0ba" providerId="ADAL" clId="{1C8AD9BF-6BDF-44CB-8D46-391621BE837C}" dt="2026-04-04T10:33:53.985" v="376" actId="478"/>
          <ac:spMkLst>
            <pc:docMk/>
            <pc:sldMk cId="0" sldId="270"/>
            <ac:spMk id="30" creationId="{683201F8-DC38-41CE-FC2F-26D0D309884C}"/>
          </ac:spMkLst>
        </pc:spChg>
        <pc:spChg chg="add del mod">
          <ac:chgData name="MOURID Leila" userId="a9fe3748-6e52-45c4-8920-88d6b584f0ba" providerId="ADAL" clId="{1C8AD9BF-6BDF-44CB-8D46-391621BE837C}" dt="2026-04-04T10:33:53.985" v="376" actId="478"/>
          <ac:spMkLst>
            <pc:docMk/>
            <pc:sldMk cId="0" sldId="270"/>
            <ac:spMk id="31" creationId="{F7C14D0C-530D-0CB5-70D9-308FC37EA8CC}"/>
          </ac:spMkLst>
        </pc:spChg>
        <pc:spChg chg="add del mod">
          <ac:chgData name="MOURID Leila" userId="a9fe3748-6e52-45c4-8920-88d6b584f0ba" providerId="ADAL" clId="{1C8AD9BF-6BDF-44CB-8D46-391621BE837C}" dt="2026-04-04T10:33:53.985" v="376" actId="478"/>
          <ac:spMkLst>
            <pc:docMk/>
            <pc:sldMk cId="0" sldId="270"/>
            <ac:spMk id="32" creationId="{8548DA10-FDD6-451B-5856-AA222839B327}"/>
          </ac:spMkLst>
        </pc:spChg>
      </pc:sldChg>
      <pc:sldChg chg="addSp delSp modSp mod modTransition modAnim">
        <pc:chgData name="MOURID Leila" userId="a9fe3748-6e52-45c4-8920-88d6b584f0ba" providerId="ADAL" clId="{1C8AD9BF-6BDF-44CB-8D46-391621BE837C}" dt="2026-04-04T17:11:29.775" v="727" actId="255"/>
        <pc:sldMkLst>
          <pc:docMk/>
          <pc:sldMk cId="0" sldId="271"/>
        </pc:sldMkLst>
        <pc:spChg chg="mod">
          <ac:chgData name="MOURID Leila" userId="a9fe3748-6e52-45c4-8920-88d6b584f0ba" providerId="ADAL" clId="{1C8AD9BF-6BDF-44CB-8D46-391621BE837C}" dt="2026-04-04T17:07:06.216" v="598" actId="1076"/>
          <ac:spMkLst>
            <pc:docMk/>
            <pc:sldMk cId="0" sldId="271"/>
            <ac:spMk id="6" creationId="{00000000-0000-0000-0000-000000000000}"/>
          </ac:spMkLst>
        </pc:spChg>
        <pc:spChg chg="mod">
          <ac:chgData name="MOURID Leila" userId="a9fe3748-6e52-45c4-8920-88d6b584f0ba" providerId="ADAL" clId="{1C8AD9BF-6BDF-44CB-8D46-391621BE837C}" dt="2026-04-04T17:07:09.139" v="599" actId="1076"/>
          <ac:spMkLst>
            <pc:docMk/>
            <pc:sldMk cId="0" sldId="271"/>
            <ac:spMk id="7" creationId="{00000000-0000-0000-0000-000000000000}"/>
          </ac:spMkLst>
        </pc:spChg>
        <pc:spChg chg="mod">
          <ac:chgData name="MOURID Leila" userId="a9fe3748-6e52-45c4-8920-88d6b584f0ba" providerId="ADAL" clId="{1C8AD9BF-6BDF-44CB-8D46-391621BE837C}" dt="2026-04-04T17:07:35.570" v="635" actId="1035"/>
          <ac:spMkLst>
            <pc:docMk/>
            <pc:sldMk cId="0" sldId="271"/>
            <ac:spMk id="8" creationId="{00000000-0000-0000-0000-000000000000}"/>
          </ac:spMkLst>
        </pc:spChg>
        <pc:spChg chg="mod">
          <ac:chgData name="MOURID Leila" userId="a9fe3748-6e52-45c4-8920-88d6b584f0ba" providerId="ADAL" clId="{1C8AD9BF-6BDF-44CB-8D46-391621BE837C}" dt="2026-04-04T17:07:35.570" v="635" actId="1035"/>
          <ac:spMkLst>
            <pc:docMk/>
            <pc:sldMk cId="0" sldId="271"/>
            <ac:spMk id="9" creationId="{00000000-0000-0000-0000-000000000000}"/>
          </ac:spMkLst>
        </pc:spChg>
        <pc:spChg chg="mod">
          <ac:chgData name="MOURID Leila" userId="a9fe3748-6e52-45c4-8920-88d6b584f0ba" providerId="ADAL" clId="{1C8AD9BF-6BDF-44CB-8D46-391621BE837C}" dt="2026-04-04T17:07:35.570" v="635" actId="1035"/>
          <ac:spMkLst>
            <pc:docMk/>
            <pc:sldMk cId="0" sldId="271"/>
            <ac:spMk id="10" creationId="{00000000-0000-0000-0000-000000000000}"/>
          </ac:spMkLst>
        </pc:spChg>
        <pc:spChg chg="mod">
          <ac:chgData name="MOURID Leila" userId="a9fe3748-6e52-45c4-8920-88d6b584f0ba" providerId="ADAL" clId="{1C8AD9BF-6BDF-44CB-8D46-391621BE837C}" dt="2026-04-04T17:09:24.860" v="707" actId="1076"/>
          <ac:spMkLst>
            <pc:docMk/>
            <pc:sldMk cId="0" sldId="271"/>
            <ac:spMk id="11" creationId="{00000000-0000-0000-0000-000000000000}"/>
          </ac:spMkLst>
        </pc:spChg>
        <pc:spChg chg="del mod">
          <ac:chgData name="MOURID Leila" userId="a9fe3748-6e52-45c4-8920-88d6b584f0ba" providerId="ADAL" clId="{1C8AD9BF-6BDF-44CB-8D46-391621BE837C}" dt="2026-04-04T17:09:17.209" v="704" actId="21"/>
          <ac:spMkLst>
            <pc:docMk/>
            <pc:sldMk cId="0" sldId="271"/>
            <ac:spMk id="13" creationId="{00000000-0000-0000-0000-000000000000}"/>
          </ac:spMkLst>
        </pc:spChg>
        <pc:spChg chg="mod">
          <ac:chgData name="MOURID Leila" userId="a9fe3748-6e52-45c4-8920-88d6b584f0ba" providerId="ADAL" clId="{1C8AD9BF-6BDF-44CB-8D46-391621BE837C}" dt="2026-04-04T17:09:00.438" v="680"/>
          <ac:spMkLst>
            <pc:docMk/>
            <pc:sldMk cId="0" sldId="271"/>
            <ac:spMk id="14" creationId="{00000000-0000-0000-0000-000000000000}"/>
          </ac:spMkLst>
        </pc:spChg>
        <pc:spChg chg="mod">
          <ac:chgData name="MOURID Leila" userId="a9fe3748-6e52-45c4-8920-88d6b584f0ba" providerId="ADAL" clId="{1C8AD9BF-6BDF-44CB-8D46-391621BE837C}" dt="2026-04-04T17:08:36.188" v="676" actId="21"/>
          <ac:spMkLst>
            <pc:docMk/>
            <pc:sldMk cId="0" sldId="271"/>
            <ac:spMk id="16" creationId="{00000000-0000-0000-0000-000000000000}"/>
          </ac:spMkLst>
        </pc:spChg>
        <pc:spChg chg="mod">
          <ac:chgData name="MOURID Leila" userId="a9fe3748-6e52-45c4-8920-88d6b584f0ba" providerId="ADAL" clId="{1C8AD9BF-6BDF-44CB-8D46-391621BE837C}" dt="2026-04-04T17:10:13.945" v="722" actId="20577"/>
          <ac:spMkLst>
            <pc:docMk/>
            <pc:sldMk cId="0" sldId="271"/>
            <ac:spMk id="19" creationId="{00000000-0000-0000-0000-000000000000}"/>
          </ac:spMkLst>
        </pc:spChg>
        <pc:spChg chg="add mod">
          <ac:chgData name="MOURID Leila" userId="a9fe3748-6e52-45c4-8920-88d6b584f0ba" providerId="ADAL" clId="{1C8AD9BF-6BDF-44CB-8D46-391621BE837C}" dt="2026-04-04T17:04:07.355" v="572"/>
          <ac:spMkLst>
            <pc:docMk/>
            <pc:sldMk cId="0" sldId="271"/>
            <ac:spMk id="22" creationId="{79E62D42-2191-01AC-EA54-282C8F265DCD}"/>
          </ac:spMkLst>
        </pc:spChg>
        <pc:spChg chg="add mod">
          <ac:chgData name="MOURID Leila" userId="a9fe3748-6e52-45c4-8920-88d6b584f0ba" providerId="ADAL" clId="{1C8AD9BF-6BDF-44CB-8D46-391621BE837C}" dt="2026-04-04T17:04:07.355" v="572"/>
          <ac:spMkLst>
            <pc:docMk/>
            <pc:sldMk cId="0" sldId="271"/>
            <ac:spMk id="23" creationId="{66E919DA-2499-30A3-B38E-3C71D7D26211}"/>
          </ac:spMkLst>
        </pc:spChg>
        <pc:spChg chg="add mod">
          <ac:chgData name="MOURID Leila" userId="a9fe3748-6e52-45c4-8920-88d6b584f0ba" providerId="ADAL" clId="{1C8AD9BF-6BDF-44CB-8D46-391621BE837C}" dt="2026-04-04T17:04:07.355" v="572"/>
          <ac:spMkLst>
            <pc:docMk/>
            <pc:sldMk cId="0" sldId="271"/>
            <ac:spMk id="24" creationId="{CBE869E4-FE4A-125C-A4F4-65F9E2AD133B}"/>
          </ac:spMkLst>
        </pc:spChg>
        <pc:spChg chg="add mod">
          <ac:chgData name="MOURID Leila" userId="a9fe3748-6e52-45c4-8920-88d6b584f0ba" providerId="ADAL" clId="{1C8AD9BF-6BDF-44CB-8D46-391621BE837C}" dt="2026-04-04T17:07:57.234" v="667" actId="1035"/>
          <ac:spMkLst>
            <pc:docMk/>
            <pc:sldMk cId="0" sldId="271"/>
            <ac:spMk id="25" creationId="{E4B201BD-BB6E-22CE-BBD0-337059957B08}"/>
          </ac:spMkLst>
        </pc:spChg>
        <pc:spChg chg="add mod">
          <ac:chgData name="MOURID Leila" userId="a9fe3748-6e52-45c4-8920-88d6b584f0ba" providerId="ADAL" clId="{1C8AD9BF-6BDF-44CB-8D46-391621BE837C}" dt="2026-04-04T17:08:12.186" v="675" actId="207"/>
          <ac:spMkLst>
            <pc:docMk/>
            <pc:sldMk cId="0" sldId="271"/>
            <ac:spMk id="26" creationId="{0A55AC05-C2E8-4D03-5E19-BC6250D86D34}"/>
          </ac:spMkLst>
        </pc:spChg>
        <pc:spChg chg="add mod">
          <ac:chgData name="MOURID Leila" userId="a9fe3748-6e52-45c4-8920-88d6b584f0ba" providerId="ADAL" clId="{1C8AD9BF-6BDF-44CB-8D46-391621BE837C}" dt="2026-04-04T17:08:04.255" v="674" actId="20577"/>
          <ac:spMkLst>
            <pc:docMk/>
            <pc:sldMk cId="0" sldId="271"/>
            <ac:spMk id="27" creationId="{76DBCEE4-27CC-03FD-13FF-4D6F6723F9E6}"/>
          </ac:spMkLst>
        </pc:spChg>
        <pc:spChg chg="add mod">
          <ac:chgData name="MOURID Leila" userId="a9fe3748-6e52-45c4-8920-88d6b584f0ba" providerId="ADAL" clId="{1C8AD9BF-6BDF-44CB-8D46-391621BE837C}" dt="2026-04-04T17:11:29.775" v="727" actId="255"/>
          <ac:spMkLst>
            <pc:docMk/>
            <pc:sldMk cId="0" sldId="271"/>
            <ac:spMk id="28" creationId="{00000000-0000-0000-0000-000000000000}"/>
          </ac:spMkLst>
        </pc:spChg>
        <pc:spChg chg="add mod">
          <ac:chgData name="MOURID Leila" userId="a9fe3748-6e52-45c4-8920-88d6b584f0ba" providerId="ADAL" clId="{1C8AD9BF-6BDF-44CB-8D46-391621BE837C}" dt="2026-04-04T17:10:00.309" v="717" actId="20577"/>
          <ac:spMkLst>
            <pc:docMk/>
            <pc:sldMk cId="0" sldId="271"/>
            <ac:spMk id="29" creationId="{E17EBA00-3F30-DEA0-7F9B-7AF927D5D12B}"/>
          </ac:spMkLst>
        </pc:spChg>
      </pc:sldChg>
      <pc:sldChg chg="modSp add del mod setBg">
        <pc:chgData name="MOURID Leila" userId="a9fe3748-6e52-45c4-8920-88d6b584f0ba" providerId="ADAL" clId="{1C8AD9BF-6BDF-44CB-8D46-391621BE837C}" dt="2026-04-04T16:41:24.160" v="449" actId="1036"/>
        <pc:sldMkLst>
          <pc:docMk/>
          <pc:sldMk cId="0" sldId="272"/>
        </pc:sldMkLst>
        <pc:spChg chg="mod">
          <ac:chgData name="MOURID Leila" userId="a9fe3748-6e52-45c4-8920-88d6b584f0ba" providerId="ADAL" clId="{1C8AD9BF-6BDF-44CB-8D46-391621BE837C}" dt="2026-04-04T16:39:59.936" v="435" actId="122"/>
          <ac:spMkLst>
            <pc:docMk/>
            <pc:sldMk cId="0" sldId="272"/>
            <ac:spMk id="3"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4"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8"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10"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13"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17"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18"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19"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23"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25" creationId="{00000000-0000-0000-0000-000000000000}"/>
          </ac:spMkLst>
        </pc:spChg>
        <pc:spChg chg="mod">
          <ac:chgData name="MOURID Leila" userId="a9fe3748-6e52-45c4-8920-88d6b584f0ba" providerId="ADAL" clId="{1C8AD9BF-6BDF-44CB-8D46-391621BE837C}" dt="2026-04-04T16:41:24.160" v="449" actId="1036"/>
          <ac:spMkLst>
            <pc:docMk/>
            <pc:sldMk cId="0" sldId="272"/>
            <ac:spMk id="27" creationId="{00000000-0000-0000-0000-000000000000}"/>
          </ac:spMkLst>
        </pc:spChg>
      </pc:sldChg>
      <pc:sldChg chg="add del mod modTransition setBg modClrScheme chgLayout">
        <pc:chgData name="MOURID Leila" userId="a9fe3748-6e52-45c4-8920-88d6b584f0ba" providerId="ADAL" clId="{1C8AD9BF-6BDF-44CB-8D46-391621BE837C}" dt="2026-04-04T16:49:54.136" v="523"/>
        <pc:sldMkLst>
          <pc:docMk/>
          <pc:sldMk cId="0" sldId="273"/>
        </pc:sldMkLst>
      </pc:sldChg>
      <pc:sldChg chg="delSp modSp add mod modTransition setBg modClrScheme chgLayout">
        <pc:chgData name="MOURID Leila" userId="a9fe3748-6e52-45c4-8920-88d6b584f0ba" providerId="ADAL" clId="{1C8AD9BF-6BDF-44CB-8D46-391621BE837C}" dt="2026-04-04T16:49:58.747" v="524"/>
        <pc:sldMkLst>
          <pc:docMk/>
          <pc:sldMk cId="0" sldId="274"/>
        </pc:sldMkLst>
        <pc:spChg chg="del">
          <ac:chgData name="MOURID Leila" userId="a9fe3748-6e52-45c4-8920-88d6b584f0ba" providerId="ADAL" clId="{1C8AD9BF-6BDF-44CB-8D46-391621BE837C}" dt="2026-04-04T16:49:02.708" v="521" actId="478"/>
          <ac:spMkLst>
            <pc:docMk/>
            <pc:sldMk cId="0" sldId="274"/>
            <ac:spMk id="3" creationId="{00000000-0000-0000-0000-000000000000}"/>
          </ac:spMkLst>
        </pc:spChg>
        <pc:spChg chg="mod">
          <ac:chgData name="MOURID Leila" userId="a9fe3748-6e52-45c4-8920-88d6b584f0ba" providerId="ADAL" clId="{1C8AD9BF-6BDF-44CB-8D46-391621BE837C}" dt="2026-04-04T16:44:57.571" v="463" actId="122"/>
          <ac:spMkLst>
            <pc:docMk/>
            <pc:sldMk cId="0" sldId="274"/>
            <ac:spMk id="4" creationId="{00000000-0000-0000-0000-000000000000}"/>
          </ac:spMkLst>
        </pc:spChg>
        <pc:spChg chg="mod">
          <ac:chgData name="MOURID Leila" userId="a9fe3748-6e52-45c4-8920-88d6b584f0ba" providerId="ADAL" clId="{1C8AD9BF-6BDF-44CB-8D46-391621BE837C}" dt="2026-04-04T16:45:22.861" v="466" actId="12"/>
          <ac:spMkLst>
            <pc:docMk/>
            <pc:sldMk cId="0" sldId="274"/>
            <ac:spMk id="12" creationId="{00000000-0000-0000-0000-000000000000}"/>
          </ac:spMkLst>
        </pc:spChg>
        <pc:spChg chg="mod">
          <ac:chgData name="MOURID Leila" userId="a9fe3748-6e52-45c4-8920-88d6b584f0ba" providerId="ADAL" clId="{1C8AD9BF-6BDF-44CB-8D46-391621BE837C}" dt="2026-04-04T16:45:27.737" v="467" actId="12"/>
          <ac:spMkLst>
            <pc:docMk/>
            <pc:sldMk cId="0" sldId="274"/>
            <ac:spMk id="26" creationId="{00000000-0000-0000-0000-000000000000}"/>
          </ac:spMkLst>
        </pc:spChg>
      </pc:sldChg>
      <pc:sldChg chg="delSp modSp add mod modTransition setBg modClrScheme chgLayout">
        <pc:chgData name="MOURID Leila" userId="a9fe3748-6e52-45c4-8920-88d6b584f0ba" providerId="ADAL" clId="{1C8AD9BF-6BDF-44CB-8D46-391621BE837C}" dt="2026-04-04T16:50:04.139" v="525"/>
        <pc:sldMkLst>
          <pc:docMk/>
          <pc:sldMk cId="0" sldId="275"/>
        </pc:sldMkLst>
        <pc:spChg chg="del">
          <ac:chgData name="MOURID Leila" userId="a9fe3748-6e52-45c4-8920-88d6b584f0ba" providerId="ADAL" clId="{1C8AD9BF-6BDF-44CB-8D46-391621BE837C}" dt="2026-04-04T16:46:56.585" v="471" actId="478"/>
          <ac:spMkLst>
            <pc:docMk/>
            <pc:sldMk cId="0" sldId="275"/>
            <ac:spMk id="2" creationId="{00000000-0000-0000-0000-000000000000}"/>
          </ac:spMkLst>
        </pc:spChg>
        <pc:spChg chg="mod">
          <ac:chgData name="MOURID Leila" userId="a9fe3748-6e52-45c4-8920-88d6b584f0ba" providerId="ADAL" clId="{1C8AD9BF-6BDF-44CB-8D46-391621BE837C}" dt="2026-04-04T16:48:20.300" v="509" actId="1035"/>
          <ac:spMkLst>
            <pc:docMk/>
            <pc:sldMk cId="0" sldId="275"/>
            <ac:spMk id="17" creationId="{00000000-0000-0000-0000-000000000000}"/>
          </ac:spMkLst>
        </pc:spChg>
        <pc:spChg chg="mod">
          <ac:chgData name="MOURID Leila" userId="a9fe3748-6e52-45c4-8920-88d6b584f0ba" providerId="ADAL" clId="{1C8AD9BF-6BDF-44CB-8D46-391621BE837C}" dt="2026-04-04T16:48:25.429" v="514" actId="1035"/>
          <ac:spMkLst>
            <pc:docMk/>
            <pc:sldMk cId="0" sldId="275"/>
            <ac:spMk id="18" creationId="{00000000-0000-0000-0000-000000000000}"/>
          </ac:spMkLst>
        </pc:spChg>
        <pc:spChg chg="mod">
          <ac:chgData name="MOURID Leila" userId="a9fe3748-6e52-45c4-8920-88d6b584f0ba" providerId="ADAL" clId="{1C8AD9BF-6BDF-44CB-8D46-391621BE837C}" dt="2026-04-04T16:48:20.300" v="509" actId="1035"/>
          <ac:spMkLst>
            <pc:docMk/>
            <pc:sldMk cId="0" sldId="275"/>
            <ac:spMk id="19" creationId="{00000000-0000-0000-0000-000000000000}"/>
          </ac:spMkLst>
        </pc:spChg>
        <pc:spChg chg="mod">
          <ac:chgData name="MOURID Leila" userId="a9fe3748-6e52-45c4-8920-88d6b584f0ba" providerId="ADAL" clId="{1C8AD9BF-6BDF-44CB-8D46-391621BE837C}" dt="2026-04-04T16:48:20.300" v="509" actId="1035"/>
          <ac:spMkLst>
            <pc:docMk/>
            <pc:sldMk cId="0" sldId="275"/>
            <ac:spMk id="20" creationId="{00000000-0000-0000-0000-000000000000}"/>
          </ac:spMkLst>
        </pc:spChg>
        <pc:spChg chg="mod">
          <ac:chgData name="MOURID Leila" userId="a9fe3748-6e52-45c4-8920-88d6b584f0ba" providerId="ADAL" clId="{1C8AD9BF-6BDF-44CB-8D46-391621BE837C}" dt="2026-04-04T16:48:34.797" v="519" actId="1036"/>
          <ac:spMkLst>
            <pc:docMk/>
            <pc:sldMk cId="0" sldId="275"/>
            <ac:spMk id="21" creationId="{00000000-0000-0000-0000-000000000000}"/>
          </ac:spMkLst>
        </pc:spChg>
        <pc:spChg chg="mod">
          <ac:chgData name="MOURID Leila" userId="a9fe3748-6e52-45c4-8920-88d6b584f0ba" providerId="ADAL" clId="{1C8AD9BF-6BDF-44CB-8D46-391621BE837C}" dt="2026-04-04T16:48:34.797" v="519" actId="1036"/>
          <ac:spMkLst>
            <pc:docMk/>
            <pc:sldMk cId="0" sldId="275"/>
            <ac:spMk id="22" creationId="{00000000-0000-0000-0000-000000000000}"/>
          </ac:spMkLst>
        </pc:spChg>
        <pc:spChg chg="mod">
          <ac:chgData name="MOURID Leila" userId="a9fe3748-6e52-45c4-8920-88d6b584f0ba" providerId="ADAL" clId="{1C8AD9BF-6BDF-44CB-8D46-391621BE837C}" dt="2026-04-04T16:48:34.797" v="519" actId="1036"/>
          <ac:spMkLst>
            <pc:docMk/>
            <pc:sldMk cId="0" sldId="275"/>
            <ac:spMk id="23" creationId="{00000000-0000-0000-0000-000000000000}"/>
          </ac:spMkLst>
        </pc:spChg>
        <pc:spChg chg="mod">
          <ac:chgData name="MOURID Leila" userId="a9fe3748-6e52-45c4-8920-88d6b584f0ba" providerId="ADAL" clId="{1C8AD9BF-6BDF-44CB-8D46-391621BE837C}" dt="2026-04-04T16:48:34.797" v="519" actId="1036"/>
          <ac:spMkLst>
            <pc:docMk/>
            <pc:sldMk cId="0" sldId="275"/>
            <ac:spMk id="24" creationId="{00000000-0000-0000-0000-000000000000}"/>
          </ac:spMkLst>
        </pc:spChg>
      </pc:sldChg>
      <pc:sldChg chg="delSp modSp add mod modTransition setBg modClrScheme chgLayout">
        <pc:chgData name="MOURID Leila" userId="a9fe3748-6e52-45c4-8920-88d6b584f0ba" providerId="ADAL" clId="{1C8AD9BF-6BDF-44CB-8D46-391621BE837C}" dt="2026-04-04T16:53:21.689" v="557"/>
        <pc:sldMkLst>
          <pc:docMk/>
          <pc:sldMk cId="0" sldId="276"/>
        </pc:sldMkLst>
        <pc:spChg chg="del">
          <ac:chgData name="MOURID Leila" userId="a9fe3748-6e52-45c4-8920-88d6b584f0ba" providerId="ADAL" clId="{1C8AD9BF-6BDF-44CB-8D46-391621BE837C}" dt="2026-04-04T16:51:02.747" v="528" actId="478"/>
          <ac:spMkLst>
            <pc:docMk/>
            <pc:sldMk cId="0" sldId="276"/>
            <ac:spMk id="2" creationId="{00000000-0000-0000-0000-000000000000}"/>
          </ac:spMkLst>
        </pc:spChg>
        <pc:spChg chg="mod">
          <ac:chgData name="MOURID Leila" userId="a9fe3748-6e52-45c4-8920-88d6b584f0ba" providerId="ADAL" clId="{1C8AD9BF-6BDF-44CB-8D46-391621BE837C}" dt="2026-04-04T16:51:34.846" v="535" actId="1035"/>
          <ac:spMkLst>
            <pc:docMk/>
            <pc:sldMk cId="0" sldId="276"/>
            <ac:spMk id="4" creationId="{00000000-0000-0000-0000-000000000000}"/>
          </ac:spMkLst>
        </pc:spChg>
        <pc:spChg chg="del">
          <ac:chgData name="MOURID Leila" userId="a9fe3748-6e52-45c4-8920-88d6b584f0ba" providerId="ADAL" clId="{1C8AD9BF-6BDF-44CB-8D46-391621BE837C}" dt="2026-04-04T16:51:54.326" v="556" actId="478"/>
          <ac:spMkLst>
            <pc:docMk/>
            <pc:sldMk cId="0" sldId="276"/>
            <ac:spMk id="5" creationId="{00000000-0000-0000-0000-000000000000}"/>
          </ac:spMkLst>
        </pc:spChg>
        <pc:spChg chg="del mod">
          <ac:chgData name="MOURID Leila" userId="a9fe3748-6e52-45c4-8920-88d6b584f0ba" providerId="ADAL" clId="{1C8AD9BF-6BDF-44CB-8D46-391621BE837C}" dt="2026-04-04T16:51:52.427" v="555" actId="478"/>
          <ac:spMkLst>
            <pc:docMk/>
            <pc:sldMk cId="0" sldId="276"/>
            <ac:spMk id="6" creationId="{00000000-0000-0000-0000-000000000000}"/>
          </ac:spMkLst>
        </pc:spChg>
        <pc:spChg chg="mod">
          <ac:chgData name="MOURID Leila" userId="a9fe3748-6e52-45c4-8920-88d6b584f0ba" providerId="ADAL" clId="{1C8AD9BF-6BDF-44CB-8D46-391621BE837C}" dt="2026-04-04T16:51:34.846" v="535" actId="1035"/>
          <ac:spMkLst>
            <pc:docMk/>
            <pc:sldMk cId="0" sldId="276"/>
            <ac:spMk id="7"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0" creationId="{00000000-0000-0000-0000-000000000000}"/>
          </ac:spMkLst>
        </pc:spChg>
        <pc:spChg chg="mod">
          <ac:chgData name="MOURID Leila" userId="a9fe3748-6e52-45c4-8920-88d6b584f0ba" providerId="ADAL" clId="{1C8AD9BF-6BDF-44CB-8D46-391621BE837C}" dt="2026-04-04T16:51:34.846" v="535" actId="1035"/>
          <ac:spMkLst>
            <pc:docMk/>
            <pc:sldMk cId="0" sldId="276"/>
            <ac:spMk id="11"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2"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3"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4" creationId="{00000000-0000-0000-0000-000000000000}"/>
          </ac:spMkLst>
        </pc:spChg>
        <pc:spChg chg="mod">
          <ac:chgData name="MOURID Leila" userId="a9fe3748-6e52-45c4-8920-88d6b584f0ba" providerId="ADAL" clId="{1C8AD9BF-6BDF-44CB-8D46-391621BE837C}" dt="2026-04-04T16:51:34.846" v="535" actId="1035"/>
          <ac:spMkLst>
            <pc:docMk/>
            <pc:sldMk cId="0" sldId="276"/>
            <ac:spMk id="15"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6"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7"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18"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20"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22" creationId="{00000000-0000-0000-0000-000000000000}"/>
          </ac:spMkLst>
        </pc:spChg>
        <pc:spChg chg="mod">
          <ac:chgData name="MOURID Leila" userId="a9fe3748-6e52-45c4-8920-88d6b584f0ba" providerId="ADAL" clId="{1C8AD9BF-6BDF-44CB-8D46-391621BE837C}" dt="2026-04-04T16:51:47.733" v="554" actId="1035"/>
          <ac:spMkLst>
            <pc:docMk/>
            <pc:sldMk cId="0" sldId="276"/>
            <ac:spMk id="23" creationId="{00000000-0000-0000-0000-000000000000}"/>
          </ac:spMkLst>
        </pc:spChg>
        <pc:picChg chg="mod">
          <ac:chgData name="MOURID Leila" userId="a9fe3748-6e52-45c4-8920-88d6b584f0ba" providerId="ADAL" clId="{1C8AD9BF-6BDF-44CB-8D46-391621BE837C}" dt="2026-04-04T16:51:38.891" v="537" actId="14100"/>
          <ac:picMkLst>
            <pc:docMk/>
            <pc:sldMk cId="0" sldId="276"/>
            <ac:picMk id="8" creationId="{00000000-0000-0000-0000-000000000000}"/>
          </ac:picMkLst>
        </pc:picChg>
      </pc:sldChg>
      <pc:sldChg chg="add del setBg">
        <pc:chgData name="MOURID Leila" userId="a9fe3748-6e52-45c4-8920-88d6b584f0ba" providerId="ADAL" clId="{1C8AD9BF-6BDF-44CB-8D46-391621BE837C}" dt="2026-04-04T17:11:40.624" v="728" actId="2696"/>
        <pc:sldMkLst>
          <pc:docMk/>
          <pc:sldMk cId="0" sldId="277"/>
        </pc:sldMkLst>
      </pc:sldChg>
      <pc:sldChg chg="addSp delSp modSp new mod modTransition setBg modClrScheme chgLayout">
        <pc:chgData name="MOURID Leila" userId="a9fe3748-6e52-45c4-8920-88d6b584f0ba" providerId="ADAL" clId="{1C8AD9BF-6BDF-44CB-8D46-391621BE837C}" dt="2026-04-04T17:20:09.214" v="913"/>
        <pc:sldMkLst>
          <pc:docMk/>
          <pc:sldMk cId="415910512" sldId="277"/>
        </pc:sldMkLst>
        <pc:spChg chg="add mod">
          <ac:chgData name="MOURID Leila" userId="a9fe3748-6e52-45c4-8920-88d6b584f0ba" providerId="ADAL" clId="{1C8AD9BF-6BDF-44CB-8D46-391621BE837C}" dt="2026-04-04T17:18:22.891" v="910" actId="26606"/>
          <ac:spMkLst>
            <pc:docMk/>
            <pc:sldMk cId="415910512" sldId="277"/>
            <ac:spMk id="2" creationId="{C72FFD18-3898-814E-CDA7-2F864C974352}"/>
          </ac:spMkLst>
        </pc:spChg>
        <pc:spChg chg="add mod">
          <ac:chgData name="MOURID Leila" userId="a9fe3748-6e52-45c4-8920-88d6b584f0ba" providerId="ADAL" clId="{1C8AD9BF-6BDF-44CB-8D46-391621BE837C}" dt="2026-04-04T17:18:22.891" v="910" actId="26606"/>
          <ac:spMkLst>
            <pc:docMk/>
            <pc:sldMk cId="415910512" sldId="277"/>
            <ac:spMk id="3" creationId="{2EB35EE0-F0C5-5A00-312F-707ACF277129}"/>
          </ac:spMkLst>
        </pc:spChg>
        <pc:spChg chg="add del mod">
          <ac:chgData name="MOURID Leila" userId="a9fe3748-6e52-45c4-8920-88d6b584f0ba" providerId="ADAL" clId="{1C8AD9BF-6BDF-44CB-8D46-391621BE837C}" dt="2026-04-04T17:17:15.757" v="810" actId="478"/>
          <ac:spMkLst>
            <pc:docMk/>
            <pc:sldMk cId="415910512" sldId="277"/>
            <ac:spMk id="4" creationId="{F4483485-3F71-C5D2-F9BD-7104FAF153E6}"/>
          </ac:spMkLst>
        </pc:spChg>
        <pc:spChg chg="add">
          <ac:chgData name="MOURID Leila" userId="a9fe3748-6e52-45c4-8920-88d6b584f0ba" providerId="ADAL" clId="{1C8AD9BF-6BDF-44CB-8D46-391621BE837C}" dt="2026-04-04T17:18:22.891" v="910" actId="26606"/>
          <ac:spMkLst>
            <pc:docMk/>
            <pc:sldMk cId="415910512" sldId="277"/>
            <ac:spMk id="70" creationId="{693B9BB4-93D5-4ECE-B756-18E59A4453A2}"/>
          </ac:spMkLst>
        </pc:spChg>
        <pc:grpChg chg="add">
          <ac:chgData name="MOURID Leila" userId="a9fe3748-6e52-45c4-8920-88d6b584f0ba" providerId="ADAL" clId="{1C8AD9BF-6BDF-44CB-8D46-391621BE837C}" dt="2026-04-04T17:18:22.891" v="910" actId="26606"/>
          <ac:grpSpMkLst>
            <pc:docMk/>
            <pc:sldMk cId="415910512" sldId="277"/>
            <ac:grpSpMk id="14" creationId="{F810FE48-5F0C-4E97-BD7F-FDE128D85371}"/>
          </ac:grpSpMkLst>
        </pc:grpChg>
        <pc:picChg chg="add mod ord">
          <ac:chgData name="MOURID Leila" userId="a9fe3748-6e52-45c4-8920-88d6b584f0ba" providerId="ADAL" clId="{1C8AD9BF-6BDF-44CB-8D46-391621BE837C}" dt="2026-04-04T17:18:22.891" v="910" actId="26606"/>
          <ac:picMkLst>
            <pc:docMk/>
            <pc:sldMk cId="415910512" sldId="277"/>
            <ac:picMk id="5" creationId="{A71DE032-9AA8-F5EB-7C8D-1F7889D68DD0}"/>
          </ac:picMkLst>
        </pc:picChg>
        <pc:picChg chg="add mod">
          <ac:chgData name="MOURID Leila" userId="a9fe3748-6e52-45c4-8920-88d6b584f0ba" providerId="ADAL" clId="{1C8AD9BF-6BDF-44CB-8D46-391621BE837C}" dt="2026-04-04T17:18:22.891" v="910" actId="26606"/>
          <ac:picMkLst>
            <pc:docMk/>
            <pc:sldMk cId="415910512" sldId="277"/>
            <ac:picMk id="6" creationId="{6B33094B-9689-0261-50AA-1EFA357A71B7}"/>
          </ac:picMkLst>
        </pc:picChg>
        <pc:picChg chg="add mod">
          <ac:chgData name="MOURID Leila" userId="a9fe3748-6e52-45c4-8920-88d6b584f0ba" providerId="ADAL" clId="{1C8AD9BF-6BDF-44CB-8D46-391621BE837C}" dt="2026-04-04T17:18:22.891" v="910" actId="26606"/>
          <ac:picMkLst>
            <pc:docMk/>
            <pc:sldMk cId="415910512" sldId="277"/>
            <ac:picMk id="7" creationId="{10ED9A71-19B9-F818-659A-B871886D4916}"/>
          </ac:picMkLst>
        </pc:picChg>
        <pc:picChg chg="add">
          <ac:chgData name="MOURID Leila" userId="a9fe3748-6e52-45c4-8920-88d6b584f0ba" providerId="ADAL" clId="{1C8AD9BF-6BDF-44CB-8D46-391621BE837C}" dt="2026-04-04T17:18:22.891" v="910" actId="26606"/>
          <ac:picMkLst>
            <pc:docMk/>
            <pc:sldMk cId="415910512" sldId="277"/>
            <ac:picMk id="12" creationId="{5BD33659-8797-414B-BBDC-24F94232957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235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Bonjour, je m'appelle Yassine Ammami. Je vais vous présenter mon projet Fil Rouge réalisé dans le cadre de la formation Data Analyst Simplon. Ce projet s'intitule OncoBio Decision Analytics — il s'agit d'une analyse décisionnelle des biomarqueurs associés au cancer à partir de données cliniques et biologiques.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Dans le domaine de la santé, les données se multiplient à grande vitesse. Les biomarqueurs comme TP53, BRCA1 ou EGFR sont des indicateurs biologiques cruciaux pour diagnostiquer et pronostiquer les cancers. Pourtant, ces données sont souvent hétérogènes, dispersées, et difficiles à exploiter par les professionnels de santé.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La problématique centrale de ce projet est : comment transformer des données cliniques et biologiques complexes en informations exploitables pour aider les professionnels de santé ? Pour y répondre, nous nous sommes fixé 4 objectifs principaux : construire un pipeline data, modéliser en PostgreSQL, calculer des KPIs et produire un dashboard Power BI.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sources : SEER Breast Cancer (Zenodo), NCCTG Lung (1228 patients après SDV), et biomarqueurs via API NCBI.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Voici le pipeline data du projet — une chaîne de traitement complète en 7 étapes. Depuis l'ingestion des données brutes jusqu'au dashboard final en passant par le nettoyage, le feature engineering, la base PostgreSQL et le calcul des KPIs. Ce pipeline garantit reproductibilité et traçabilité.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préprocessing fusionne les deux datasets en patients_master. La variable risk_group est créée via pd.cut() sur la durée de survie en 3 bins. C'est le coeur du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L'EDA a été réalisée dans le notebook 01_EDA_lung_Breast.ipynb. On y voit que les patients Lung sont plus âgés de 6 ans en moyenne. Le taux de mortalité est radicalement différent : 15% pour le sein contre 70% pour le poumon. La survie médiane reflète aussi cette différence de pronostic.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La modélisation des données repose sur un schéma en étoile — une architecture standard en Business Intelligence. La table de faits centrale fact_clinical_outcomes est reliée à 4 tables : dim_patients, dim_biomarkers, fact_patient_biomarkers et fact_kpis. Ce modèle permet des requêtes analytiques performantes et une exploitation BI optimisée.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slide montre le code réel du projet. À gauche, Python : le feature engineering avec pd.cut() pour risk_group, le calcul des KPI avec groupby(), et l'encodage binaire de la variable event. À droite, SQL : la création des tables PostgreSQL avec clés étrangères, et le chargement des données via la commande COPY FROM.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Les données ont été chargées dans une base PostgreSQL structurée en 5 tables. Les relations entre dim_patients, fact_clinical_outcomes et fact_patient_biomarkers permettent des jointures analytiques efficaces. La base contient au total 5 252 patients, 10 biomarqueurs, et plus de 52 000 liaisons patient-biomarqueur.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Le projet a produit un ensemble d'indicateurs clés répartis en 4 catégories : KPI cliniques comme le nombre de patients et l'âge moyen, KPI pronostiques comme la survie moyenne et médiane, KPI décisionnels pour identifier les populations à risque, et des KPI biomarqueurs pour mesurer la couverture biologique du dataset.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 survie Kaplan-Meier a été réalisée dans le notebook 05_Survival_Analysis.ipynb avec la librairie lifelines. Les courbes montrent clairement la différence de pronostic entre cancer du sein et du poumon, et entre les groupes High Risk et Low Risk. Les patients High Risk s'effondrent dès les premiers mois, ce qui valide notre scoring risk_group.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La première page du dashboard donne une vue globale de la population. On y voit les 6 KPI principaux en haut, puis la répartition par type de cancer — 76,6% sein, 23,4% poumon — la distribution par groupe de risque avec une majorité Low Risk, la distribution par âge, et la survie moyenne par type de cancer, avec le poumon montrant une survie plus longue que le sein.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La deuxième page analyse les facteurs cliniques impactant la survie. On observe que la survie diminue avec l'avancement du stade tumoral — le stade IIIC ayant le taux de mortalité le plus élevé. Les hommes ont une survie moyenne plus longue que les femmes dans ce dataset. Le score ECOG montre aussi une influence sur la survie.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La troisième page se concentre sur l'aide à la décision. On y voit les 10 biomarqueurs intégrés — TP53, BRCA1, BRCA2, EGFR, KRAS, BRAF, PIK3CA, PTEN et d'autres. Le tableau Patient Risk Profiles révèle des différences marquées entre groupes : les patients High Risk ont un taux de mortalité de 71,6% contre seulement 24,5% pour les Low Risk. Ces informations peuvent directement guider les équipes médicales.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Voici les 6 résultats clés du projet. Le cancer du sein représente 76,6% de la cohorte. Les patients High Risk ont un taux de mortalité 3 fois supérieur aux Low Risk. Le stade IIIC est le facteur le plus corrélé à la mortalité. Les 10 biomarqueurs permettent de différencier les profils. Il existe une différence de survie entre les sexes. Et 93% des patients sont Low Risk, ce qui permet de cibler les soins.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Ce projet apporte une valeur métier concrète à 4 niveaux. Il permet d'identifier les patients à haut risque pour prioriser les soins. Il quantifie les facteurs de survie. Il offre un outil d'aide à la décision interactive pour les cliniciens. Et il intègre une dimension biologique via les biomarqueurs pour des décisions plus précises et personnalisées.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Comme toute étude, ce projet comporte des limites : les données sont publiques et non issues de vrais dossiers médicaux, et les patients poumon sont sous-représentés. En termes de perspectives, nous envisageons d'intégrer des modèles de machine learning prédictifs, d'automatiser le pipeline ETL, d'enrichir avec des données multi-omics et d'implémenter un scoring de risque individualisé.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A"/>
          </a:p>
        </p:txBody>
      </p:sp>
      <p:sp>
        <p:nvSpPr>
          <p:cNvPr id="3" name="Notes Placeholder 2"/>
          <p:cNvSpPr>
            <a:spLocks noGrp="1"/>
          </p:cNvSpPr>
          <p:nvPr>
            <p:ph type="body" idx="1"/>
          </p:nvPr>
        </p:nvSpPr>
        <p:spPr/>
        <p:txBody>
          <a:bodyPr/>
          <a:lstStyle/>
          <a:p>
            <a:r>
              <a:rPr lang="en-US" dirty="0"/>
              <a:t>En conclusion, ce projet OncoBio Decision Analytics démontre ma capacité à construire un pipeline data complet, à modéliser des données médicales complexes, à produire des indicateurs décisionnels et à les valoriser via un dashboard Power BI. L'objectif ultime est simple : mettre la data au service de la médecine. Je vous remercie de votre attention et reste disponible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1" y="0"/>
            <a:ext cx="1728788" cy="51435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grpSp>
      <p:sp>
        <p:nvSpPr>
          <p:cNvPr id="2" name="Title 1"/>
          <p:cNvSpPr>
            <a:spLocks noGrp="1"/>
          </p:cNvSpPr>
          <p:nvPr>
            <p:ph type="ctrTitle"/>
          </p:nvPr>
        </p:nvSpPr>
        <p:spPr>
          <a:xfrm>
            <a:off x="1407319" y="841772"/>
            <a:ext cx="6593681" cy="1790700"/>
          </a:xfrm>
        </p:spPr>
        <p:txBody>
          <a:bodyPr anchor="b">
            <a:normAutofit/>
          </a:bodyPr>
          <a:lstStyle>
            <a:lvl1pPr algn="l">
              <a:defRPr sz="3600"/>
            </a:lvl1pPr>
          </a:lstStyle>
          <a:p>
            <a:r>
              <a:rPr lang="fr-FR"/>
              <a:t>Modifiez le style du titre</a:t>
            </a:r>
            <a:endParaRPr lang="en-US" dirty="0"/>
          </a:p>
        </p:txBody>
      </p:sp>
      <p:sp>
        <p:nvSpPr>
          <p:cNvPr id="3" name="Subtitle 2"/>
          <p:cNvSpPr>
            <a:spLocks noGrp="1"/>
          </p:cNvSpPr>
          <p:nvPr>
            <p:ph type="subTitle" idx="1"/>
          </p:nvPr>
        </p:nvSpPr>
        <p:spPr>
          <a:xfrm>
            <a:off x="1407319" y="2701528"/>
            <a:ext cx="6593681" cy="1241822"/>
          </a:xfrm>
        </p:spPr>
        <p:txBody>
          <a:bodyPr>
            <a:normAutofit/>
          </a:bodyPr>
          <a:lstStyle>
            <a:lvl1pPr marL="0" indent="0" algn="l">
              <a:buNone/>
              <a:defRPr sz="1500" cap="all"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a:xfrm>
            <a:off x="5308133" y="4057651"/>
            <a:ext cx="2057400" cy="273844"/>
          </a:xfrm>
        </p:spPr>
        <p:txBody>
          <a:bodyPr/>
          <a:lstStyle/>
          <a:p>
            <a:endParaRPr lang="en-US" dirty="0"/>
          </a:p>
        </p:txBody>
      </p:sp>
      <p:sp>
        <p:nvSpPr>
          <p:cNvPr id="5" name="Footer Placeholder 4"/>
          <p:cNvSpPr>
            <a:spLocks noGrp="1"/>
          </p:cNvSpPr>
          <p:nvPr>
            <p:ph type="ftr" sz="quarter" idx="11"/>
          </p:nvPr>
        </p:nvSpPr>
        <p:spPr>
          <a:xfrm>
            <a:off x="1407318" y="4057651"/>
            <a:ext cx="3843665" cy="273844"/>
          </a:xfrm>
        </p:spPr>
        <p:txBody>
          <a:bodyPr/>
          <a:lstStyle/>
          <a:p>
            <a:endParaRPr lang="en-US" dirty="0"/>
          </a:p>
        </p:txBody>
      </p:sp>
      <p:sp>
        <p:nvSpPr>
          <p:cNvPr id="6" name="Slide Number Placeholder 5"/>
          <p:cNvSpPr>
            <a:spLocks noGrp="1"/>
          </p:cNvSpPr>
          <p:nvPr>
            <p:ph type="sldNum" sz="quarter" idx="12"/>
          </p:nvPr>
        </p:nvSpPr>
        <p:spPr>
          <a:xfrm>
            <a:off x="7422684" y="4057650"/>
            <a:ext cx="578317" cy="273844"/>
          </a:xfrm>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526881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404296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1064420"/>
            <a:ext cx="7429500" cy="2139553"/>
          </a:xfrm>
        </p:spPr>
        <p:txBody>
          <a:bodyPr anchor="b">
            <a:normAutofit/>
          </a:bodyPr>
          <a:lstStyle>
            <a:lvl1pPr>
              <a:defRPr sz="2700"/>
            </a:lvl1pPr>
          </a:lstStyle>
          <a:p>
            <a:r>
              <a:rPr lang="fr-FR"/>
              <a:t>Modifiez le style du titre</a:t>
            </a:r>
            <a:endParaRPr lang="en-US" dirty="0"/>
          </a:p>
        </p:txBody>
      </p:sp>
      <p:sp>
        <p:nvSpPr>
          <p:cNvPr id="3" name="Text Placeholder 2"/>
          <p:cNvSpPr>
            <a:spLocks noGrp="1"/>
          </p:cNvSpPr>
          <p:nvPr>
            <p:ph type="body" idx="1"/>
          </p:nvPr>
        </p:nvSpPr>
        <p:spPr>
          <a:xfrm>
            <a:off x="856058" y="3318272"/>
            <a:ext cx="7429500" cy="1031082"/>
          </a:xfrm>
        </p:spPr>
        <p:txBody>
          <a:bodyPr>
            <a:normAutofit/>
          </a:bodyPr>
          <a:lstStyle>
            <a:lvl1pPr marL="0" indent="0">
              <a:buNone/>
              <a:defRPr sz="1350" cap="all" baseline="0">
                <a:solidFill>
                  <a:schemeClr val="tx1">
                    <a:tint val="75000"/>
                  </a:schemeClr>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984858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56058" y="1687114"/>
            <a:ext cx="3658792" cy="265628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1" y="1687114"/>
            <a:ext cx="3656408" cy="265628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690489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464345"/>
            <a:ext cx="7429500" cy="1108471"/>
          </a:xfrm>
        </p:spPr>
        <p:txBody>
          <a:bodyPr/>
          <a:lstStyle/>
          <a:p>
            <a:r>
              <a:rPr lang="fr-FR"/>
              <a:t>Modifiez le style du titre</a:t>
            </a:r>
            <a:endParaRPr lang="en-US" dirty="0"/>
          </a:p>
        </p:txBody>
      </p:sp>
      <p:sp>
        <p:nvSpPr>
          <p:cNvPr id="3" name="Text Placeholder 2"/>
          <p:cNvSpPr>
            <a:spLocks noGrp="1"/>
          </p:cNvSpPr>
          <p:nvPr>
            <p:ph type="body" idx="1"/>
          </p:nvPr>
        </p:nvSpPr>
        <p:spPr>
          <a:xfrm>
            <a:off x="1027515" y="1687115"/>
            <a:ext cx="3487337"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856058" y="2305048"/>
            <a:ext cx="3658793" cy="203835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800606" y="1687114"/>
            <a:ext cx="3484952"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2305048"/>
            <a:ext cx="3656408" cy="203835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19154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462337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587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60029" y="457201"/>
            <a:ext cx="2892028" cy="1229913"/>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3867150" y="444499"/>
            <a:ext cx="4418407" cy="3898901"/>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60029" y="1687114"/>
            <a:ext cx="2892028"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332381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56060" y="457200"/>
            <a:ext cx="4450881" cy="1229915"/>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5535541" y="457201"/>
            <a:ext cx="2750018" cy="38861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856058" y="1687114"/>
            <a:ext cx="4450883"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582378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56058" y="3228499"/>
            <a:ext cx="7434266" cy="614516"/>
          </a:xfrm>
        </p:spPr>
        <p:txBody>
          <a:bodyPr anchor="b">
            <a:normAutofit/>
          </a:bodyPr>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856058" y="454819"/>
            <a:ext cx="7434266" cy="2474834"/>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856024" y="3843015"/>
            <a:ext cx="7433144" cy="511854"/>
          </a:xfrm>
        </p:spPr>
        <p:txBody>
          <a:bodyP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200453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856093" y="457200"/>
            <a:ext cx="7429466" cy="2571750"/>
          </a:xfrm>
        </p:spPr>
        <p:txBody>
          <a:bodyPr anchor="ctr">
            <a:normAutofit/>
          </a:bodyPr>
          <a:lstStyle>
            <a:lvl1pPr>
              <a:defRPr sz="2700"/>
            </a:lvl1pPr>
          </a:lstStyle>
          <a:p>
            <a:r>
              <a:rPr lang="fr-FR"/>
              <a:t>Modifiez le style du titre</a:t>
            </a:r>
            <a:endParaRPr lang="en-US" dirty="0"/>
          </a:p>
        </p:txBody>
      </p:sp>
      <p:sp>
        <p:nvSpPr>
          <p:cNvPr id="4" name="Text Placeholder 3"/>
          <p:cNvSpPr>
            <a:spLocks noGrp="1"/>
          </p:cNvSpPr>
          <p:nvPr>
            <p:ph type="body" sz="half" idx="2"/>
          </p:nvPr>
        </p:nvSpPr>
        <p:spPr>
          <a:xfrm>
            <a:off x="856058" y="3314700"/>
            <a:ext cx="7428344" cy="1028699"/>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248690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061322"/>
          </a:xfrm>
        </p:spPr>
        <p:txBody>
          <a:bodyPr anchor="ctr">
            <a:normAutofit/>
          </a:bodyPr>
          <a:lstStyle>
            <a:lvl1pPr>
              <a:defRPr sz="2700"/>
            </a:lvl1pPr>
          </a:lstStyle>
          <a:p>
            <a:r>
              <a:rPr lang="fr-FR"/>
              <a:t>Modifiez le style du titre</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4" name="Text Placeholder 3"/>
          <p:cNvSpPr>
            <a:spLocks noGrp="1"/>
          </p:cNvSpPr>
          <p:nvPr>
            <p:ph type="body" sz="half" idx="2"/>
          </p:nvPr>
        </p:nvSpPr>
        <p:spPr>
          <a:xfrm>
            <a:off x="856058" y="3232439"/>
            <a:ext cx="7429502" cy="1117122"/>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
        <p:nvSpPr>
          <p:cNvPr id="60" name="TextBox 59"/>
          <p:cNvSpPr txBox="1"/>
          <p:nvPr/>
        </p:nvSpPr>
        <p:spPr>
          <a:xfrm>
            <a:off x="677634" y="54929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
        <p:nvSpPr>
          <p:cNvPr id="61" name="TextBox 60"/>
          <p:cNvSpPr txBox="1"/>
          <p:nvPr/>
        </p:nvSpPr>
        <p:spPr>
          <a:xfrm>
            <a:off x="7903028" y="207372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514905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856058" y="1600531"/>
            <a:ext cx="7429501" cy="1883876"/>
          </a:xfrm>
        </p:spPr>
        <p:txBody>
          <a:bodyPr anchor="b">
            <a:normAutofit/>
          </a:bodyPr>
          <a:lstStyle>
            <a:lvl1pPr>
              <a:defRPr sz="2700"/>
            </a:lvl1pPr>
          </a:lstStyle>
          <a:p>
            <a:r>
              <a:rPr lang="fr-FR"/>
              <a:t>Modifiez le style du titre</a:t>
            </a:r>
            <a:endParaRPr lang="en-US" dirty="0"/>
          </a:p>
        </p:txBody>
      </p:sp>
      <p:sp>
        <p:nvSpPr>
          <p:cNvPr id="4" name="Text Placeholder 3"/>
          <p:cNvSpPr>
            <a:spLocks noGrp="1"/>
          </p:cNvSpPr>
          <p:nvPr>
            <p:ph type="body" sz="half" idx="2"/>
          </p:nvPr>
        </p:nvSpPr>
        <p:spPr>
          <a:xfrm>
            <a:off x="856023" y="3493241"/>
            <a:ext cx="7428379" cy="855483"/>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849487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856060" y="457200"/>
            <a:ext cx="7429499" cy="1428750"/>
          </a:xfrm>
        </p:spPr>
        <p:txBody>
          <a:bodyPr/>
          <a:lstStyle/>
          <a:p>
            <a:r>
              <a:rPr lang="fr-FR"/>
              <a:t>Modifiez le style du titre</a:t>
            </a:r>
            <a:endParaRPr lang="en-US" dirty="0"/>
          </a:p>
        </p:txBody>
      </p:sp>
      <p:sp>
        <p:nvSpPr>
          <p:cNvPr id="7" name="Text Placeholder 2"/>
          <p:cNvSpPr>
            <a:spLocks noGrp="1"/>
          </p:cNvSpPr>
          <p:nvPr>
            <p:ph type="body" idx="1"/>
          </p:nvPr>
        </p:nvSpPr>
        <p:spPr>
          <a:xfrm>
            <a:off x="856058" y="2005847"/>
            <a:ext cx="2397674"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8" name="Text Placeholder 3"/>
          <p:cNvSpPr>
            <a:spLocks noGrp="1"/>
          </p:cNvSpPr>
          <p:nvPr>
            <p:ph type="body" sz="half" idx="15"/>
          </p:nvPr>
        </p:nvSpPr>
        <p:spPr>
          <a:xfrm>
            <a:off x="845939" y="2520197"/>
            <a:ext cx="2406551"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9" name="Text Placeholder 4"/>
          <p:cNvSpPr>
            <a:spLocks noGrp="1"/>
          </p:cNvSpPr>
          <p:nvPr>
            <p:ph type="body" sz="quarter" idx="3"/>
          </p:nvPr>
        </p:nvSpPr>
        <p:spPr>
          <a:xfrm>
            <a:off x="3386075" y="2008226"/>
            <a:ext cx="2388289"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0" name="Text Placeholder 3"/>
          <p:cNvSpPr>
            <a:spLocks noGrp="1"/>
          </p:cNvSpPr>
          <p:nvPr>
            <p:ph type="body" sz="half" idx="16"/>
          </p:nvPr>
        </p:nvSpPr>
        <p:spPr>
          <a:xfrm>
            <a:off x="3378160" y="2522576"/>
            <a:ext cx="2396873"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1" name="Text Placeholder 4"/>
          <p:cNvSpPr>
            <a:spLocks noGrp="1"/>
          </p:cNvSpPr>
          <p:nvPr>
            <p:ph type="body" sz="quarter" idx="13"/>
          </p:nvPr>
        </p:nvSpPr>
        <p:spPr>
          <a:xfrm>
            <a:off x="5889332" y="2005847"/>
            <a:ext cx="2396226"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2" name="Text Placeholder 3"/>
          <p:cNvSpPr>
            <a:spLocks noGrp="1"/>
          </p:cNvSpPr>
          <p:nvPr>
            <p:ph type="body" sz="half" idx="17"/>
          </p:nvPr>
        </p:nvSpPr>
        <p:spPr>
          <a:xfrm>
            <a:off x="5889332" y="2520197"/>
            <a:ext cx="2396226"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241972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856059" y="457200"/>
            <a:ext cx="7429499" cy="1428750"/>
          </a:xfrm>
        </p:spPr>
        <p:txBody>
          <a:bodyPr/>
          <a:lstStyle/>
          <a:p>
            <a:r>
              <a:rPr lang="fr-FR"/>
              <a:t>Modifiez le style du titre</a:t>
            </a:r>
            <a:endParaRPr lang="en-US" dirty="0"/>
          </a:p>
        </p:txBody>
      </p:sp>
      <p:sp>
        <p:nvSpPr>
          <p:cNvPr id="19" name="Text Placeholder 2"/>
          <p:cNvSpPr>
            <a:spLocks noGrp="1"/>
          </p:cNvSpPr>
          <p:nvPr>
            <p:ph type="body" idx="1"/>
          </p:nvPr>
        </p:nvSpPr>
        <p:spPr>
          <a:xfrm>
            <a:off x="856060" y="3303447"/>
            <a:ext cx="239643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856060" y="2000249"/>
            <a:ext cx="2396430"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856060" y="3735644"/>
            <a:ext cx="2396430" cy="61338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2" name="Text Placeholder 4"/>
          <p:cNvSpPr>
            <a:spLocks noGrp="1"/>
          </p:cNvSpPr>
          <p:nvPr>
            <p:ph type="body" sz="quarter" idx="3"/>
          </p:nvPr>
        </p:nvSpPr>
        <p:spPr>
          <a:xfrm>
            <a:off x="3366790" y="3303447"/>
            <a:ext cx="240030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366790" y="2000249"/>
            <a:ext cx="2399205"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3365695" y="3735643"/>
            <a:ext cx="2400300" cy="60775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5" name="Text Placeholder 4"/>
          <p:cNvSpPr>
            <a:spLocks noGrp="1"/>
          </p:cNvSpPr>
          <p:nvPr>
            <p:ph type="body" sz="quarter" idx="13"/>
          </p:nvPr>
        </p:nvSpPr>
        <p:spPr>
          <a:xfrm>
            <a:off x="5889426" y="3303446"/>
            <a:ext cx="2393056"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5889332" y="2000249"/>
            <a:ext cx="2396227"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5889332" y="3735641"/>
            <a:ext cx="2396226" cy="60775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593217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117870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457200"/>
            <a:ext cx="1503758" cy="38862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56057" y="457200"/>
            <a:ext cx="5811443" cy="38862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131962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21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0716" y="0"/>
            <a:ext cx="9040416" cy="51435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fr-MA"/>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fr-MA"/>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fr-MA"/>
              </a:p>
            </p:txBody>
          </p:sp>
        </p:grpSp>
      </p:grpSp>
      <p:sp>
        <p:nvSpPr>
          <p:cNvPr id="2" name="Title Placeholder 1"/>
          <p:cNvSpPr>
            <a:spLocks noGrp="1"/>
          </p:cNvSpPr>
          <p:nvPr>
            <p:ph type="title"/>
          </p:nvPr>
        </p:nvSpPr>
        <p:spPr>
          <a:xfrm>
            <a:off x="856060" y="463888"/>
            <a:ext cx="7429499" cy="1108928"/>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1687115"/>
            <a:ext cx="7429499" cy="265628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592691" y="4412457"/>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856059" y="4412457"/>
            <a:ext cx="4679482" cy="273844"/>
          </a:xfrm>
          <a:prstGeom prst="rect">
            <a:avLst/>
          </a:prstGeom>
        </p:spPr>
        <p:txBody>
          <a:bodyPr vert="horz" lIns="91440" tIns="45720" rIns="91440" bIns="45720" rtlCol="0" anchor="ctr"/>
          <a:lstStyle>
            <a:lvl1pPr algn="l">
              <a:defRPr sz="788"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707241" y="4412456"/>
            <a:ext cx="578317"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4212684366"/>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Lst>
  <p:hf hdr="0"/>
  <p:txStyles>
    <p:titleStyle>
      <a:lvl1pPr algn="l" defTabSz="685800" rtl="0" eaLnBrk="1" latinLnBrk="0" hangingPunct="1">
        <a:lnSpc>
          <a:spcPct val="90000"/>
        </a:lnSpc>
        <a:spcBef>
          <a:spcPct val="0"/>
        </a:spcBef>
        <a:buNone/>
        <a:defRPr sz="2700" kern="1200" cap="all" baseline="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p:spPr>
        <p:txBody>
          <a:bodyPr/>
          <a:lstStyle/>
          <a:p>
            <a:endParaRPr lang="fr-MA"/>
          </a:p>
        </p:txBody>
      </p:sp>
      <p:sp>
        <p:nvSpPr>
          <p:cNvPr id="3" name="Shape 1"/>
          <p:cNvSpPr/>
          <p:nvPr/>
        </p:nvSpPr>
        <p:spPr>
          <a:xfrm>
            <a:off x="7772400" y="-548640"/>
            <a:ext cx="2286000" cy="2286000"/>
          </a:xfrm>
          <a:prstGeom prst="ellipse">
            <a:avLst/>
          </a:prstGeom>
          <a:solidFill>
            <a:srgbClr val="1A3A6B"/>
          </a:solidFill>
          <a:ln/>
        </p:spPr>
        <p:txBody>
          <a:bodyPr/>
          <a:lstStyle/>
          <a:p>
            <a:endParaRPr lang="fr-MA"/>
          </a:p>
        </p:txBody>
      </p:sp>
      <p:sp>
        <p:nvSpPr>
          <p:cNvPr id="4" name="Shape 2"/>
          <p:cNvSpPr/>
          <p:nvPr/>
        </p:nvSpPr>
        <p:spPr>
          <a:xfrm>
            <a:off x="8412480" y="182880"/>
            <a:ext cx="1371600" cy="1371600"/>
          </a:xfrm>
          <a:prstGeom prst="ellipse">
            <a:avLst/>
          </a:prstGeom>
          <a:solidFill>
            <a:srgbClr val="C0392B"/>
          </a:solidFill>
          <a:ln w="12700">
            <a:solidFill>
              <a:srgbClr val="C0392B"/>
            </a:solidFill>
            <a:prstDash val="solid"/>
          </a:ln>
        </p:spPr>
        <p:txBody>
          <a:bodyPr/>
          <a:lstStyle/>
          <a:p>
            <a:endParaRPr lang="fr-MA"/>
          </a:p>
        </p:txBody>
      </p:sp>
      <p:sp>
        <p:nvSpPr>
          <p:cNvPr id="5" name="Shape 3"/>
          <p:cNvSpPr/>
          <p:nvPr/>
        </p:nvSpPr>
        <p:spPr>
          <a:xfrm>
            <a:off x="8046720" y="2286000"/>
            <a:ext cx="164592" cy="164592"/>
          </a:xfrm>
          <a:prstGeom prst="ellipse">
            <a:avLst/>
          </a:prstGeom>
          <a:solidFill>
            <a:srgbClr val="1ABC9C"/>
          </a:solidFill>
          <a:ln w="12700">
            <a:solidFill>
              <a:srgbClr val="1ABC9C"/>
            </a:solidFill>
            <a:prstDash val="solid"/>
          </a:ln>
        </p:spPr>
        <p:txBody>
          <a:bodyPr/>
          <a:lstStyle/>
          <a:p>
            <a:endParaRPr lang="fr-MA"/>
          </a:p>
        </p:txBody>
      </p:sp>
      <p:sp>
        <p:nvSpPr>
          <p:cNvPr id="6" name="Shape 4"/>
          <p:cNvSpPr/>
          <p:nvPr/>
        </p:nvSpPr>
        <p:spPr>
          <a:xfrm>
            <a:off x="8321040" y="2743200"/>
            <a:ext cx="164592" cy="164592"/>
          </a:xfrm>
          <a:prstGeom prst="ellipse">
            <a:avLst/>
          </a:prstGeom>
          <a:solidFill>
            <a:srgbClr val="1ABC9C"/>
          </a:solidFill>
          <a:ln w="12700">
            <a:solidFill>
              <a:srgbClr val="1ABC9C"/>
            </a:solidFill>
            <a:prstDash val="solid"/>
          </a:ln>
        </p:spPr>
        <p:txBody>
          <a:bodyPr/>
          <a:lstStyle/>
          <a:p>
            <a:endParaRPr lang="fr-MA"/>
          </a:p>
        </p:txBody>
      </p:sp>
      <p:sp>
        <p:nvSpPr>
          <p:cNvPr id="7" name="Shape 5"/>
          <p:cNvSpPr/>
          <p:nvPr/>
        </p:nvSpPr>
        <p:spPr>
          <a:xfrm>
            <a:off x="8046720" y="3200400"/>
            <a:ext cx="164592" cy="164592"/>
          </a:xfrm>
          <a:prstGeom prst="ellipse">
            <a:avLst/>
          </a:prstGeom>
          <a:solidFill>
            <a:srgbClr val="1ABC9C"/>
          </a:solidFill>
          <a:ln w="12700">
            <a:solidFill>
              <a:srgbClr val="1ABC9C"/>
            </a:solidFill>
            <a:prstDash val="solid"/>
          </a:ln>
        </p:spPr>
        <p:txBody>
          <a:bodyPr/>
          <a:lstStyle/>
          <a:p>
            <a:endParaRPr lang="fr-MA"/>
          </a:p>
        </p:txBody>
      </p:sp>
      <p:sp>
        <p:nvSpPr>
          <p:cNvPr id="8" name="Shape 6"/>
          <p:cNvSpPr/>
          <p:nvPr/>
        </p:nvSpPr>
        <p:spPr>
          <a:xfrm>
            <a:off x="8321040" y="3657600"/>
            <a:ext cx="164592" cy="164592"/>
          </a:xfrm>
          <a:prstGeom prst="ellipse">
            <a:avLst/>
          </a:prstGeom>
          <a:solidFill>
            <a:srgbClr val="1ABC9C"/>
          </a:solidFill>
          <a:ln w="12700">
            <a:solidFill>
              <a:srgbClr val="1ABC9C"/>
            </a:solidFill>
            <a:prstDash val="solid"/>
          </a:ln>
        </p:spPr>
        <p:txBody>
          <a:bodyPr/>
          <a:lstStyle/>
          <a:p>
            <a:endParaRPr lang="fr-MA"/>
          </a:p>
        </p:txBody>
      </p:sp>
      <p:sp>
        <p:nvSpPr>
          <p:cNvPr id="9" name="Shape 7"/>
          <p:cNvSpPr/>
          <p:nvPr/>
        </p:nvSpPr>
        <p:spPr>
          <a:xfrm>
            <a:off x="8046720" y="4114800"/>
            <a:ext cx="164592" cy="164592"/>
          </a:xfrm>
          <a:prstGeom prst="ellipse">
            <a:avLst/>
          </a:prstGeom>
          <a:solidFill>
            <a:srgbClr val="1ABC9C"/>
          </a:solidFill>
          <a:ln w="12700">
            <a:solidFill>
              <a:srgbClr val="1ABC9C"/>
            </a:solidFill>
            <a:prstDash val="solid"/>
          </a:ln>
        </p:spPr>
        <p:txBody>
          <a:bodyPr/>
          <a:lstStyle/>
          <a:p>
            <a:endParaRPr lang="fr-MA"/>
          </a:p>
        </p:txBody>
      </p:sp>
      <p:sp>
        <p:nvSpPr>
          <p:cNvPr id="10" name="Text 8"/>
          <p:cNvSpPr/>
          <p:nvPr/>
        </p:nvSpPr>
        <p:spPr>
          <a:xfrm>
            <a:off x="2020473" y="844062"/>
            <a:ext cx="4612796" cy="320040"/>
          </a:xfrm>
          <a:prstGeom prst="rect">
            <a:avLst/>
          </a:prstGeom>
          <a:noFill/>
          <a:ln/>
        </p:spPr>
        <p:txBody>
          <a:bodyPr wrap="square" lIns="0" tIns="0" rIns="0" bIns="0" rtlCol="0" anchor="ctr"/>
          <a:lstStyle/>
          <a:p>
            <a:pPr marL="0" indent="0" algn="l">
              <a:buNone/>
            </a:pPr>
            <a:r>
              <a:rPr lang="en-US" sz="1000" b="1" kern="0" spc="200" dirty="0">
                <a:solidFill>
                  <a:srgbClr val="1ABC9C"/>
                </a:solidFill>
                <a:latin typeface="Calibri" pitchFamily="34" charset="0"/>
                <a:ea typeface="Calibri" pitchFamily="34" charset="-122"/>
                <a:cs typeface="Calibri" pitchFamily="34" charset="-120"/>
              </a:rPr>
              <a:t>PROJET FIL ROUGE — Formation Data Analyst Simplon</a:t>
            </a:r>
            <a:endParaRPr lang="en-US" sz="1000" dirty="0"/>
          </a:p>
        </p:txBody>
      </p:sp>
      <p:sp>
        <p:nvSpPr>
          <p:cNvPr id="11" name="Text 9"/>
          <p:cNvSpPr/>
          <p:nvPr/>
        </p:nvSpPr>
        <p:spPr>
          <a:xfrm>
            <a:off x="1157070" y="1230928"/>
            <a:ext cx="3724419" cy="1005840"/>
          </a:xfrm>
          <a:prstGeom prst="rect">
            <a:avLst/>
          </a:prstGeom>
          <a:noFill/>
          <a:ln/>
        </p:spPr>
        <p:txBody>
          <a:bodyPr wrap="square" lIns="0" tIns="0" rIns="0" bIns="0" rtlCol="0" anchor="ctr"/>
          <a:lstStyle/>
          <a:p>
            <a:pPr marL="0" indent="0" algn="l">
              <a:buNone/>
            </a:pPr>
            <a:r>
              <a:rPr lang="en-US" sz="6400" b="1" dirty="0">
                <a:solidFill>
                  <a:srgbClr val="FFFFFF"/>
                </a:solidFill>
                <a:latin typeface="Calibri" pitchFamily="34" charset="0"/>
                <a:ea typeface="Calibri" pitchFamily="34" charset="-122"/>
                <a:cs typeface="Calibri" pitchFamily="34" charset="-120"/>
              </a:rPr>
              <a:t>OncoBio</a:t>
            </a:r>
            <a:endParaRPr lang="en-US" sz="6400" dirty="0"/>
          </a:p>
        </p:txBody>
      </p:sp>
      <p:sp>
        <p:nvSpPr>
          <p:cNvPr id="12" name="Text 10"/>
          <p:cNvSpPr/>
          <p:nvPr/>
        </p:nvSpPr>
        <p:spPr>
          <a:xfrm>
            <a:off x="2128091" y="2066195"/>
            <a:ext cx="3900265" cy="731520"/>
          </a:xfrm>
          <a:prstGeom prst="rect">
            <a:avLst/>
          </a:prstGeom>
          <a:noFill/>
          <a:ln/>
        </p:spPr>
        <p:txBody>
          <a:bodyPr wrap="square" lIns="0" tIns="0" rIns="0" bIns="0" rtlCol="0" anchor="ctr"/>
          <a:lstStyle/>
          <a:p>
            <a:pPr marL="0" indent="0" algn="l">
              <a:buNone/>
            </a:pPr>
            <a:r>
              <a:rPr lang="en-US" sz="3600" b="1" dirty="0">
                <a:solidFill>
                  <a:srgbClr val="C0392B"/>
                </a:solidFill>
                <a:latin typeface="Calibri" pitchFamily="34" charset="0"/>
                <a:ea typeface="Calibri" pitchFamily="34" charset="-122"/>
                <a:cs typeface="Calibri" pitchFamily="34" charset="-120"/>
              </a:rPr>
              <a:t>Decision Analytics</a:t>
            </a:r>
            <a:endParaRPr lang="en-US" sz="3600" dirty="0"/>
          </a:p>
        </p:txBody>
      </p:sp>
      <p:sp>
        <p:nvSpPr>
          <p:cNvPr id="13" name="Text 11"/>
          <p:cNvSpPr/>
          <p:nvPr/>
        </p:nvSpPr>
        <p:spPr>
          <a:xfrm>
            <a:off x="2098901" y="2811780"/>
            <a:ext cx="4455939" cy="777240"/>
          </a:xfrm>
          <a:prstGeom prst="rect">
            <a:avLst/>
          </a:prstGeom>
          <a:noFill/>
          <a:ln/>
        </p:spPr>
        <p:txBody>
          <a:bodyPr wrap="square" lIns="0" tIns="0" rIns="0" bIns="0" rtlCol="0" anchor="ctr"/>
          <a:lstStyle/>
          <a:p>
            <a:pPr marL="0" indent="0" algn="l">
              <a:buNone/>
            </a:pPr>
            <a:r>
              <a:rPr lang="en-US" sz="1400" dirty="0">
                <a:solidFill>
                  <a:srgbClr val="E8EDF2"/>
                </a:solidFill>
                <a:latin typeface="Calibri" pitchFamily="34" charset="0"/>
                <a:ea typeface="Calibri" pitchFamily="34" charset="-122"/>
                <a:cs typeface="Calibri" pitchFamily="34" charset="-120"/>
              </a:rPr>
              <a:t>Analyse décisionnelle des biomarqueurs associés au cancer</a:t>
            </a:r>
            <a:endParaRPr lang="en-US" sz="1400" dirty="0"/>
          </a:p>
          <a:p>
            <a:pPr marL="0" indent="0" algn="l">
              <a:buNone/>
            </a:pPr>
            <a:r>
              <a:rPr lang="en-US" sz="1400" dirty="0">
                <a:solidFill>
                  <a:srgbClr val="E8EDF2"/>
                </a:solidFill>
                <a:latin typeface="Calibri" pitchFamily="34" charset="0"/>
                <a:ea typeface="Calibri" pitchFamily="34" charset="-122"/>
                <a:cs typeface="Calibri" pitchFamily="34" charset="-120"/>
              </a:rPr>
              <a:t>à partir de données cliniques et biologiques</a:t>
            </a:r>
            <a:endParaRPr lang="en-US" sz="1400" dirty="0"/>
          </a:p>
        </p:txBody>
      </p:sp>
      <p:sp>
        <p:nvSpPr>
          <p:cNvPr id="14" name="Shape 12"/>
          <p:cNvSpPr/>
          <p:nvPr/>
        </p:nvSpPr>
        <p:spPr>
          <a:xfrm>
            <a:off x="2269471" y="3794760"/>
            <a:ext cx="4114800" cy="27432"/>
          </a:xfrm>
          <a:prstGeom prst="rect">
            <a:avLst/>
          </a:prstGeom>
          <a:solidFill>
            <a:srgbClr val="8B9BAE"/>
          </a:solidFill>
          <a:ln/>
        </p:spPr>
        <p:txBody>
          <a:bodyPr/>
          <a:lstStyle/>
          <a:p>
            <a:endParaRPr lang="fr-MA"/>
          </a:p>
        </p:txBody>
      </p:sp>
      <p:sp>
        <p:nvSpPr>
          <p:cNvPr id="15" name="Text 13"/>
          <p:cNvSpPr/>
          <p:nvPr/>
        </p:nvSpPr>
        <p:spPr>
          <a:xfrm>
            <a:off x="2108044" y="4065568"/>
            <a:ext cx="4572000" cy="320040"/>
          </a:xfrm>
          <a:prstGeom prst="rect">
            <a:avLst/>
          </a:prstGeom>
          <a:noFill/>
          <a:ln/>
        </p:spPr>
        <p:txBody>
          <a:bodyPr wrap="square" lIns="0" tIns="0" rIns="0" bIns="0" rtlCol="0" anchor="ctr"/>
          <a:lstStyle/>
          <a:p>
            <a:pPr marL="0" indent="0" algn="ctr">
              <a:buNone/>
            </a:pPr>
            <a:r>
              <a:rPr lang="en-US" sz="1200" dirty="0">
                <a:solidFill>
                  <a:srgbClr val="8B9BAE"/>
                </a:solidFill>
                <a:latin typeface="Calibri" pitchFamily="34" charset="0"/>
                <a:ea typeface="Calibri" pitchFamily="34" charset="-122"/>
                <a:cs typeface="Calibri" pitchFamily="34" charset="-120"/>
              </a:rPr>
              <a:t>Réalisé par : </a:t>
            </a:r>
            <a:r>
              <a:rPr lang="en-US" sz="1200" b="1" dirty="0">
                <a:latin typeface="Calibri" pitchFamily="34" charset="0"/>
                <a:ea typeface="Calibri" pitchFamily="34" charset="-122"/>
                <a:cs typeface="Calibri" pitchFamily="34" charset="-120"/>
              </a:rPr>
              <a:t>MOURID Leila</a:t>
            </a:r>
            <a:endParaRPr lang="en-US" sz="1200" b="1" dirty="0"/>
          </a:p>
        </p:txBody>
      </p:sp>
      <p:sp>
        <p:nvSpPr>
          <p:cNvPr id="16" name="Text 14"/>
          <p:cNvSpPr/>
          <p:nvPr/>
        </p:nvSpPr>
        <p:spPr>
          <a:xfrm>
            <a:off x="2108044" y="4431328"/>
            <a:ext cx="4572000" cy="320040"/>
          </a:xfrm>
          <a:prstGeom prst="rect">
            <a:avLst/>
          </a:prstGeom>
          <a:noFill/>
          <a:ln/>
        </p:spPr>
        <p:txBody>
          <a:bodyPr wrap="square" lIns="0" tIns="0" rIns="0" bIns="0" rtlCol="0" anchor="ctr"/>
          <a:lstStyle/>
          <a:p>
            <a:pPr algn="ctr"/>
            <a:r>
              <a:rPr lang="en-US" sz="1200" dirty="0">
                <a:solidFill>
                  <a:srgbClr val="8B9BAE"/>
                </a:solidFill>
                <a:latin typeface="Calibri" pitchFamily="34" charset="0"/>
                <a:ea typeface="Calibri" pitchFamily="34" charset="-122"/>
                <a:cs typeface="Calibri" pitchFamily="34" charset="-120"/>
              </a:rPr>
              <a:t>Encadrant : </a:t>
            </a:r>
            <a:r>
              <a:rPr lang="en-US" sz="1200" b="1" dirty="0">
                <a:latin typeface="Calibri" pitchFamily="34" charset="0"/>
                <a:ea typeface="Calibri" pitchFamily="34" charset="-122"/>
                <a:cs typeface="Calibri" pitchFamily="34" charset="-120"/>
              </a:rPr>
              <a:t>AMMANI</a:t>
            </a:r>
            <a:r>
              <a:rPr lang="en-US" sz="1200" dirty="0">
                <a:solidFill>
                  <a:srgbClr val="8B9BAE"/>
                </a:solidFill>
                <a:latin typeface="Calibri" pitchFamily="34" charset="0"/>
                <a:ea typeface="Calibri" pitchFamily="34" charset="-122"/>
                <a:cs typeface="Calibri" pitchFamily="34" charset="-120"/>
              </a:rPr>
              <a:t> </a:t>
            </a:r>
            <a:r>
              <a:rPr lang="en-US" sz="1200" b="1" dirty="0">
                <a:solidFill>
                  <a:srgbClr val="FFFFFF"/>
                </a:solidFill>
                <a:latin typeface="Calibri" pitchFamily="34" charset="0"/>
                <a:ea typeface="Calibri" pitchFamily="34" charset="-122"/>
                <a:cs typeface="Calibri" pitchFamily="34" charset="-120"/>
              </a:rPr>
              <a:t>Yassine</a:t>
            </a:r>
            <a:endParaRPr lang="en-US" sz="1200" dirty="0"/>
          </a:p>
        </p:txBody>
      </p:sp>
      <p:pic>
        <p:nvPicPr>
          <p:cNvPr id="1026" name="Picture 2">
            <a:extLst>
              <a:ext uri="{FF2B5EF4-FFF2-40B4-BE49-F238E27FC236}">
                <a16:creationId xmlns:a16="http://schemas.microsoft.com/office/drawing/2014/main" id="{5D02CD6F-1363-162F-372F-1659DC4FAD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342" y="82139"/>
            <a:ext cx="1389182" cy="413757"/>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 20">
            <a:extLst>
              <a:ext uri="{FF2B5EF4-FFF2-40B4-BE49-F238E27FC236}">
                <a16:creationId xmlns:a16="http://schemas.microsoft.com/office/drawing/2014/main" id="{0970F05E-E03E-5959-7B30-1D10BBD16C2B}"/>
              </a:ext>
            </a:extLst>
          </p:cNvPr>
          <p:cNvPicPr>
            <a:picLocks noChangeAspect="1"/>
          </p:cNvPicPr>
          <p:nvPr/>
        </p:nvPicPr>
        <p:blipFill>
          <a:blip r:embed="rId4"/>
          <a:srcRect t="41402" b="39042"/>
          <a:stretch>
            <a:fillRect/>
          </a:stretch>
        </p:blipFill>
        <p:spPr>
          <a:xfrm>
            <a:off x="6217219" y="79183"/>
            <a:ext cx="1389182" cy="416714"/>
          </a:xfrm>
          <a:prstGeom prst="rect">
            <a:avLst/>
          </a:prstGeom>
        </p:spPr>
      </p:pic>
      <p:pic>
        <p:nvPicPr>
          <p:cNvPr id="22" name="Image 21" descr="JobInTech : Le Maroc ambitionne de former 15 000 talents numériques à l ...">
            <a:extLst>
              <a:ext uri="{FF2B5EF4-FFF2-40B4-BE49-F238E27FC236}">
                <a16:creationId xmlns:a16="http://schemas.microsoft.com/office/drawing/2014/main" id="{867F3EDC-B9FE-74B8-CBBB-939E06A6ED7C}"/>
              </a:ext>
            </a:extLst>
          </p:cNvPr>
          <p:cNvPicPr>
            <a:picLocks noChangeAspect="1"/>
          </p:cNvPicPr>
          <p:nvPr/>
        </p:nvPicPr>
        <p:blipFill rotWithShape="1">
          <a:blip r:embed="rId5">
            <a:extLst>
              <a:ext uri="{28A0092B-C50C-407E-A947-70E740481C1C}">
                <a14:useLocalDpi xmlns:a14="http://schemas.microsoft.com/office/drawing/2010/main" val="0"/>
              </a:ext>
            </a:extLst>
          </a:blip>
          <a:srcRect b="59336"/>
          <a:stretch>
            <a:fillRect/>
          </a:stretch>
        </p:blipFill>
        <p:spPr bwMode="auto">
          <a:xfrm>
            <a:off x="2883877" y="82139"/>
            <a:ext cx="2885989" cy="417684"/>
          </a:xfrm>
          <a:prstGeom prst="rect">
            <a:avLst/>
          </a:prstGeom>
          <a:noFill/>
          <a:ln>
            <a:noFill/>
          </a:ln>
          <a:extLst>
            <a:ext uri="{53640926-AAD7-44D8-BBD7-CCE9431645EC}">
              <a14:shadowObscured xmlns:a14="http://schemas.microsoft.com/office/drawing/2010/main"/>
            </a:ext>
          </a:extLst>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545"/>
          </a:solidFill>
          <a:ln/>
        </p:spPr>
        <p:txBody>
          <a:bodyPr/>
          <a:lstStyle/>
          <a:p>
            <a:pPr algn="ctr"/>
            <a:endParaRPr lang="fr-MA" dirty="0"/>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CONTEXTE</a:t>
            </a:r>
            <a:endParaRPr lang="en-US" sz="2200" dirty="0"/>
          </a:p>
        </p:txBody>
      </p:sp>
      <p:sp>
        <p:nvSpPr>
          <p:cNvPr id="4" name="Shape 2"/>
          <p:cNvSpPr/>
          <p:nvPr/>
        </p:nvSpPr>
        <p:spPr>
          <a:xfrm>
            <a:off x="320040" y="868680"/>
            <a:ext cx="2743200" cy="34747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5" name="Shape 3"/>
          <p:cNvSpPr/>
          <p:nvPr/>
        </p:nvSpPr>
        <p:spPr>
          <a:xfrm>
            <a:off x="320040" y="868680"/>
            <a:ext cx="2743200" cy="109728"/>
          </a:xfrm>
          <a:prstGeom prst="rect">
            <a:avLst/>
          </a:prstGeom>
          <a:solidFill>
            <a:srgbClr val="C0392B"/>
          </a:solidFill>
          <a:ln/>
        </p:spPr>
        <p:txBody>
          <a:bodyPr/>
          <a:lstStyle/>
          <a:p>
            <a:endParaRPr lang="fr-MA"/>
          </a:p>
        </p:txBody>
      </p:sp>
      <p:sp>
        <p:nvSpPr>
          <p:cNvPr id="6" name="Text 4"/>
          <p:cNvSpPr/>
          <p:nvPr/>
        </p:nvSpPr>
        <p:spPr>
          <a:xfrm>
            <a:off x="411480" y="1051560"/>
            <a:ext cx="2560320" cy="548640"/>
          </a:xfrm>
          <a:prstGeom prst="rect">
            <a:avLst/>
          </a:prstGeom>
          <a:noFill/>
          <a:ln/>
        </p:spPr>
        <p:txBody>
          <a:bodyPr wrap="square" lIns="0" tIns="0" rIns="0" bIns="0" rtlCol="0" anchor="ctr"/>
          <a:lstStyle/>
          <a:p>
            <a:pPr marL="0" indent="0" algn="l">
              <a:buNone/>
            </a:pPr>
            <a:r>
              <a:rPr lang="en-US" sz="3000" dirty="0">
                <a:solidFill>
                  <a:srgbClr val="000000"/>
                </a:solidFill>
              </a:rPr>
              <a:t>🧬</a:t>
            </a:r>
            <a:endParaRPr lang="en-US" sz="3000" dirty="0"/>
          </a:p>
        </p:txBody>
      </p:sp>
      <p:sp>
        <p:nvSpPr>
          <p:cNvPr id="7" name="Text 5"/>
          <p:cNvSpPr/>
          <p:nvPr/>
        </p:nvSpPr>
        <p:spPr>
          <a:xfrm>
            <a:off x="457200" y="1691640"/>
            <a:ext cx="2468880" cy="640080"/>
          </a:xfrm>
          <a:prstGeom prst="rect">
            <a:avLst/>
          </a:prstGeom>
          <a:noFill/>
          <a:ln/>
        </p:spPr>
        <p:txBody>
          <a:bodyPr wrap="square" lIns="0" tIns="0" rIns="0" bIns="0" rtlCol="0" anchor="ctr"/>
          <a:lstStyle/>
          <a:p>
            <a:pPr marL="0" indent="0" algn="l">
              <a:buNone/>
            </a:pPr>
            <a:r>
              <a:rPr lang="en-US" sz="1300" b="1" dirty="0">
                <a:solidFill>
                  <a:srgbClr val="1A2733"/>
                </a:solidFill>
                <a:latin typeface="Calibri" pitchFamily="34" charset="0"/>
                <a:ea typeface="Calibri" pitchFamily="34" charset="-122"/>
                <a:cs typeface="Calibri" pitchFamily="34" charset="-120"/>
              </a:rPr>
              <a:t>Explosion des données médicales</a:t>
            </a:r>
            <a:endParaRPr lang="en-US" sz="1300" dirty="0"/>
          </a:p>
        </p:txBody>
      </p:sp>
      <p:sp>
        <p:nvSpPr>
          <p:cNvPr id="8" name="Text 6"/>
          <p:cNvSpPr/>
          <p:nvPr/>
        </p:nvSpPr>
        <p:spPr>
          <a:xfrm>
            <a:off x="457200" y="2377440"/>
            <a:ext cx="2468880" cy="1737360"/>
          </a:xfrm>
          <a:prstGeom prst="rect">
            <a:avLst/>
          </a:prstGeom>
          <a:noFill/>
          <a:ln/>
        </p:spPr>
        <p:txBody>
          <a:bodyPr wrap="square" lIns="0" tIns="0" rIns="0" bIns="0" rtlCol="0" anchor="ctr"/>
          <a:lstStyle/>
          <a:p>
            <a:pPr marL="0" indent="0" algn="just">
              <a:buNone/>
            </a:pPr>
            <a:r>
              <a:rPr lang="en-US" sz="1200" dirty="0">
                <a:solidFill>
                  <a:srgbClr val="444444"/>
                </a:solidFill>
                <a:latin typeface="Calibri" pitchFamily="34" charset="0"/>
                <a:ea typeface="Calibri" pitchFamily="34" charset="-122"/>
                <a:cs typeface="Calibri" pitchFamily="34" charset="-120"/>
              </a:rPr>
              <a:t>Les établissements de santé génèrent des volumes croissants de données cliniques, biologiques et génomiques, souvent sous-exploitées.</a:t>
            </a:r>
            <a:endParaRPr lang="en-US" sz="1200" dirty="0"/>
          </a:p>
        </p:txBody>
      </p:sp>
      <p:sp>
        <p:nvSpPr>
          <p:cNvPr id="9" name="Shape 7"/>
          <p:cNvSpPr/>
          <p:nvPr/>
        </p:nvSpPr>
        <p:spPr>
          <a:xfrm>
            <a:off x="3246120" y="868680"/>
            <a:ext cx="2743200" cy="34747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10" name="Shape 8"/>
          <p:cNvSpPr/>
          <p:nvPr/>
        </p:nvSpPr>
        <p:spPr>
          <a:xfrm>
            <a:off x="3246120" y="868680"/>
            <a:ext cx="2743200" cy="109728"/>
          </a:xfrm>
          <a:prstGeom prst="rect">
            <a:avLst/>
          </a:prstGeom>
          <a:solidFill>
            <a:srgbClr val="8E44AD"/>
          </a:solidFill>
          <a:ln/>
        </p:spPr>
        <p:txBody>
          <a:bodyPr/>
          <a:lstStyle/>
          <a:p>
            <a:endParaRPr lang="fr-MA"/>
          </a:p>
        </p:txBody>
      </p:sp>
      <p:sp>
        <p:nvSpPr>
          <p:cNvPr id="11" name="Text 9"/>
          <p:cNvSpPr/>
          <p:nvPr/>
        </p:nvSpPr>
        <p:spPr>
          <a:xfrm>
            <a:off x="3337560" y="1051560"/>
            <a:ext cx="2560320" cy="548640"/>
          </a:xfrm>
          <a:prstGeom prst="rect">
            <a:avLst/>
          </a:prstGeom>
          <a:noFill/>
          <a:ln/>
        </p:spPr>
        <p:txBody>
          <a:bodyPr wrap="square" lIns="0" tIns="0" rIns="0" bIns="0" rtlCol="0" anchor="ctr"/>
          <a:lstStyle/>
          <a:p>
            <a:pPr marL="0" indent="0" algn="l">
              <a:buNone/>
            </a:pPr>
            <a:r>
              <a:rPr lang="en-US" sz="3000" dirty="0">
                <a:solidFill>
                  <a:srgbClr val="000000"/>
                </a:solidFill>
              </a:rPr>
              <a:t>🔬</a:t>
            </a:r>
            <a:endParaRPr lang="en-US" sz="3000" dirty="0"/>
          </a:p>
        </p:txBody>
      </p:sp>
      <p:sp>
        <p:nvSpPr>
          <p:cNvPr id="12" name="Text 10"/>
          <p:cNvSpPr/>
          <p:nvPr/>
        </p:nvSpPr>
        <p:spPr>
          <a:xfrm>
            <a:off x="3383280" y="1691640"/>
            <a:ext cx="2468880" cy="640080"/>
          </a:xfrm>
          <a:prstGeom prst="rect">
            <a:avLst/>
          </a:prstGeom>
          <a:noFill/>
          <a:ln/>
        </p:spPr>
        <p:txBody>
          <a:bodyPr wrap="square" lIns="0" tIns="0" rIns="0" bIns="0" rtlCol="0" anchor="ctr"/>
          <a:lstStyle/>
          <a:p>
            <a:pPr marL="0" indent="0" algn="l">
              <a:buNone/>
            </a:pPr>
            <a:r>
              <a:rPr lang="en-US" sz="1300" b="1" dirty="0">
                <a:solidFill>
                  <a:srgbClr val="1A2733"/>
                </a:solidFill>
                <a:latin typeface="Calibri" pitchFamily="34" charset="0"/>
                <a:ea typeface="Calibri" pitchFamily="34" charset="-122"/>
                <a:cs typeface="Calibri" pitchFamily="34" charset="-120"/>
              </a:rPr>
              <a:t>Biomarqueurs : clés du pronostic</a:t>
            </a:r>
            <a:endParaRPr lang="en-US" sz="1300" dirty="0"/>
          </a:p>
        </p:txBody>
      </p:sp>
      <p:sp>
        <p:nvSpPr>
          <p:cNvPr id="13" name="Text 11"/>
          <p:cNvSpPr/>
          <p:nvPr/>
        </p:nvSpPr>
        <p:spPr>
          <a:xfrm>
            <a:off x="3383280" y="2377440"/>
            <a:ext cx="2468880" cy="1737360"/>
          </a:xfrm>
          <a:prstGeom prst="rect">
            <a:avLst/>
          </a:prstGeom>
          <a:noFill/>
          <a:ln/>
        </p:spPr>
        <p:txBody>
          <a:bodyPr wrap="square" lIns="0" tIns="0" rIns="0" bIns="0" rtlCol="0" anchor="ctr"/>
          <a:lstStyle/>
          <a:p>
            <a:pPr marL="0" indent="0" algn="just">
              <a:buNone/>
            </a:pPr>
            <a:r>
              <a:rPr lang="en-US" sz="1200" dirty="0">
                <a:solidFill>
                  <a:srgbClr val="444444"/>
                </a:solidFill>
                <a:latin typeface="Calibri" pitchFamily="34" charset="0"/>
                <a:ea typeface="Calibri" pitchFamily="34" charset="-122"/>
                <a:cs typeface="Calibri" pitchFamily="34" charset="-120"/>
              </a:rPr>
              <a:t>Les biomarqueurs (TP53, BRCA1, EGFR…) sont des indicateurs biologiques essentiels pour le diagnostic, le suivi et le pronostic des cancers.</a:t>
            </a:r>
            <a:endParaRPr lang="en-US" sz="1200" dirty="0"/>
          </a:p>
        </p:txBody>
      </p:sp>
      <p:sp>
        <p:nvSpPr>
          <p:cNvPr id="14" name="Shape 12"/>
          <p:cNvSpPr/>
          <p:nvPr/>
        </p:nvSpPr>
        <p:spPr>
          <a:xfrm>
            <a:off x="6172200" y="868680"/>
            <a:ext cx="2743200" cy="34747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15" name="Shape 13"/>
          <p:cNvSpPr/>
          <p:nvPr/>
        </p:nvSpPr>
        <p:spPr>
          <a:xfrm>
            <a:off x="6172200" y="868680"/>
            <a:ext cx="2743200" cy="109728"/>
          </a:xfrm>
          <a:prstGeom prst="rect">
            <a:avLst/>
          </a:prstGeom>
          <a:solidFill>
            <a:srgbClr val="2980B9"/>
          </a:solidFill>
          <a:ln/>
        </p:spPr>
        <p:txBody>
          <a:bodyPr/>
          <a:lstStyle/>
          <a:p>
            <a:endParaRPr lang="fr-MA"/>
          </a:p>
        </p:txBody>
      </p:sp>
      <p:sp>
        <p:nvSpPr>
          <p:cNvPr id="16" name="Text 14"/>
          <p:cNvSpPr/>
          <p:nvPr/>
        </p:nvSpPr>
        <p:spPr>
          <a:xfrm>
            <a:off x="6263640" y="1051560"/>
            <a:ext cx="2560320" cy="548640"/>
          </a:xfrm>
          <a:prstGeom prst="rect">
            <a:avLst/>
          </a:prstGeom>
          <a:noFill/>
          <a:ln/>
        </p:spPr>
        <p:txBody>
          <a:bodyPr wrap="square" lIns="0" tIns="0" rIns="0" bIns="0" rtlCol="0" anchor="ctr"/>
          <a:lstStyle/>
          <a:p>
            <a:pPr marL="0" indent="0" algn="l">
              <a:buNone/>
            </a:pPr>
            <a:r>
              <a:rPr lang="en-US" sz="3000" dirty="0">
                <a:solidFill>
                  <a:srgbClr val="000000"/>
                </a:solidFill>
              </a:rPr>
              <a:t>⚕️</a:t>
            </a:r>
            <a:endParaRPr lang="en-US" sz="3000" dirty="0"/>
          </a:p>
        </p:txBody>
      </p:sp>
      <p:sp>
        <p:nvSpPr>
          <p:cNvPr id="17" name="Text 15"/>
          <p:cNvSpPr/>
          <p:nvPr/>
        </p:nvSpPr>
        <p:spPr>
          <a:xfrm>
            <a:off x="6309360" y="1691640"/>
            <a:ext cx="2468880" cy="640080"/>
          </a:xfrm>
          <a:prstGeom prst="rect">
            <a:avLst/>
          </a:prstGeom>
          <a:noFill/>
          <a:ln/>
        </p:spPr>
        <p:txBody>
          <a:bodyPr wrap="square" lIns="0" tIns="0" rIns="0" bIns="0" rtlCol="0" anchor="ctr"/>
          <a:lstStyle/>
          <a:p>
            <a:pPr marL="0" indent="0" algn="l">
              <a:buNone/>
            </a:pPr>
            <a:r>
              <a:rPr lang="en-US" sz="1300" b="1" dirty="0">
                <a:solidFill>
                  <a:srgbClr val="1A2733"/>
                </a:solidFill>
                <a:latin typeface="Calibri" pitchFamily="34" charset="0"/>
                <a:ea typeface="Calibri" pitchFamily="34" charset="-122"/>
                <a:cs typeface="Calibri" pitchFamily="34" charset="-120"/>
              </a:rPr>
              <a:t>Décision médicale complexe</a:t>
            </a:r>
            <a:endParaRPr lang="en-US" sz="1300" dirty="0"/>
          </a:p>
        </p:txBody>
      </p:sp>
      <p:sp>
        <p:nvSpPr>
          <p:cNvPr id="18" name="Text 16"/>
          <p:cNvSpPr/>
          <p:nvPr/>
        </p:nvSpPr>
        <p:spPr>
          <a:xfrm>
            <a:off x="6309360" y="2377440"/>
            <a:ext cx="2468880" cy="1737360"/>
          </a:xfrm>
          <a:prstGeom prst="rect">
            <a:avLst/>
          </a:prstGeom>
          <a:noFill/>
          <a:ln/>
        </p:spPr>
        <p:txBody>
          <a:bodyPr wrap="square" lIns="0" tIns="0" rIns="0" bIns="0" rtlCol="0" anchor="ctr"/>
          <a:lstStyle/>
          <a:p>
            <a:pPr marL="0" indent="0" algn="just">
              <a:buNone/>
            </a:pPr>
            <a:r>
              <a:rPr lang="en-US" sz="1200" dirty="0">
                <a:solidFill>
                  <a:srgbClr val="444444"/>
                </a:solidFill>
                <a:latin typeface="Calibri" pitchFamily="34" charset="0"/>
                <a:ea typeface="Calibri" pitchFamily="34" charset="-122"/>
                <a:cs typeface="Calibri" pitchFamily="34" charset="-120"/>
              </a:rPr>
              <a:t>Les médecins font face à des données hétérogènes et fragmentées, rendant l'aide à la décision clinique difficile et chronophage.</a:t>
            </a:r>
            <a:endParaRPr lang="en-US" sz="1200" dirty="0"/>
          </a:p>
        </p:txBody>
      </p:sp>
      <p:sp>
        <p:nvSpPr>
          <p:cNvPr id="19" name="Shape 17"/>
          <p:cNvSpPr/>
          <p:nvPr/>
        </p:nvSpPr>
        <p:spPr>
          <a:xfrm>
            <a:off x="320040" y="4526280"/>
            <a:ext cx="8503920" cy="457200"/>
          </a:xfrm>
          <a:prstGeom prst="rect">
            <a:avLst/>
          </a:prstGeom>
          <a:solidFill>
            <a:srgbClr val="C0392B"/>
          </a:solidFill>
          <a:ln/>
        </p:spPr>
        <p:txBody>
          <a:bodyPr/>
          <a:lstStyle/>
          <a:p>
            <a:endParaRPr lang="fr-MA"/>
          </a:p>
        </p:txBody>
      </p:sp>
      <p:sp>
        <p:nvSpPr>
          <p:cNvPr id="20" name="Text 18"/>
          <p:cNvSpPr/>
          <p:nvPr/>
        </p:nvSpPr>
        <p:spPr>
          <a:xfrm>
            <a:off x="457200" y="4526280"/>
            <a:ext cx="8229600" cy="45720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Ces données, mal exploitées, freinent la prise de décision médicale rapide et éclairée.</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ABC9C"/>
          </a:solidFill>
          <a:ln/>
        </p:spPr>
        <p:txBody>
          <a:bodyPr/>
          <a:lstStyle/>
          <a:p>
            <a:endParaRPr lang="fr-MA"/>
          </a:p>
        </p:txBody>
      </p:sp>
      <p:sp>
        <p:nvSpPr>
          <p:cNvPr id="3" name="Text 1"/>
          <p:cNvSpPr/>
          <p:nvPr/>
        </p:nvSpPr>
        <p:spPr>
          <a:xfrm>
            <a:off x="320040" y="320040"/>
            <a:ext cx="8229600" cy="365760"/>
          </a:xfrm>
          <a:prstGeom prst="rect">
            <a:avLst/>
          </a:prstGeom>
          <a:noFill/>
          <a:ln/>
        </p:spPr>
        <p:txBody>
          <a:bodyPr wrap="square" lIns="0" tIns="0" rIns="0" bIns="0" rtlCol="0" anchor="ctr"/>
          <a:lstStyle/>
          <a:p>
            <a:pPr marL="0" indent="0" algn="ctr">
              <a:buNone/>
            </a:pPr>
            <a:r>
              <a:rPr lang="en-US" sz="2200" b="1" kern="0" spc="300" dirty="0">
                <a:solidFill>
                  <a:srgbClr val="1ABC9C"/>
                </a:solidFill>
                <a:latin typeface="Calibri" pitchFamily="34" charset="0"/>
                <a:ea typeface="Calibri" pitchFamily="34" charset="-122"/>
                <a:cs typeface="Calibri" pitchFamily="34" charset="-120"/>
              </a:rPr>
              <a:t>PROBLÉMATIQUE</a:t>
            </a:r>
            <a:endParaRPr lang="en-US" sz="2200" dirty="0"/>
          </a:p>
        </p:txBody>
      </p:sp>
      <p:sp>
        <p:nvSpPr>
          <p:cNvPr id="4" name="Shape 2"/>
          <p:cNvSpPr/>
          <p:nvPr/>
        </p:nvSpPr>
        <p:spPr>
          <a:xfrm>
            <a:off x="320040" y="777240"/>
            <a:ext cx="8503920" cy="1371600"/>
          </a:xfrm>
          <a:prstGeom prst="rect">
            <a:avLst/>
          </a:prstGeom>
          <a:solidFill>
            <a:srgbClr val="1A3A6B"/>
          </a:solidFill>
          <a:ln/>
          <a:effectLst>
            <a:outerShdw blurRad="127000" dist="38100" dir="8100000" algn="bl" rotWithShape="0">
              <a:srgbClr val="000000">
                <a:alpha val="20000"/>
              </a:srgbClr>
            </a:outerShdw>
          </a:effectLst>
        </p:spPr>
        <p:txBody>
          <a:bodyPr/>
          <a:lstStyle/>
          <a:p>
            <a:endParaRPr lang="fr-MA"/>
          </a:p>
        </p:txBody>
      </p:sp>
      <p:sp>
        <p:nvSpPr>
          <p:cNvPr id="5" name="Shape 3"/>
          <p:cNvSpPr/>
          <p:nvPr/>
        </p:nvSpPr>
        <p:spPr>
          <a:xfrm>
            <a:off x="320040" y="777240"/>
            <a:ext cx="64008" cy="1371600"/>
          </a:xfrm>
          <a:prstGeom prst="rect">
            <a:avLst/>
          </a:prstGeom>
          <a:solidFill>
            <a:srgbClr val="1ABC9C"/>
          </a:solidFill>
          <a:ln/>
        </p:spPr>
        <p:txBody>
          <a:bodyPr/>
          <a:lstStyle/>
          <a:p>
            <a:endParaRPr lang="fr-MA"/>
          </a:p>
        </p:txBody>
      </p:sp>
      <p:sp>
        <p:nvSpPr>
          <p:cNvPr id="6" name="Text 4"/>
          <p:cNvSpPr/>
          <p:nvPr/>
        </p:nvSpPr>
        <p:spPr>
          <a:xfrm>
            <a:off x="548640" y="868680"/>
            <a:ext cx="8046720" cy="1188720"/>
          </a:xfrm>
          <a:prstGeom prst="rect">
            <a:avLst/>
          </a:prstGeom>
          <a:noFill/>
          <a:ln/>
        </p:spPr>
        <p:txBody>
          <a:bodyPr wrap="square" lIns="0" tIns="0" rIns="0" bIns="0" rtlCol="0" anchor="ctr"/>
          <a:lstStyle/>
          <a:p>
            <a:pPr marL="0" indent="0" algn="l">
              <a:buNone/>
            </a:pPr>
            <a:r>
              <a:rPr lang="en-US" sz="1600" i="1" dirty="0">
                <a:solidFill>
                  <a:srgbClr val="FFFFFF"/>
                </a:solidFill>
                <a:latin typeface="Calibri" pitchFamily="34" charset="0"/>
                <a:ea typeface="Calibri" pitchFamily="34" charset="-122"/>
                <a:cs typeface="Calibri" pitchFamily="34" charset="-120"/>
              </a:rPr>
              <a:t>Comment exploiter efficacement des données cliniques</a:t>
            </a:r>
            <a:endParaRPr lang="en-US" sz="1600" dirty="0"/>
          </a:p>
          <a:p>
            <a:pPr marL="0" indent="0" algn="l">
              <a:buNone/>
            </a:pPr>
            <a:r>
              <a:rPr lang="en-US" sz="1600" i="1" dirty="0">
                <a:solidFill>
                  <a:srgbClr val="FFFFFF"/>
                </a:solidFill>
                <a:latin typeface="Calibri" pitchFamily="34" charset="0"/>
                <a:ea typeface="Calibri" pitchFamily="34" charset="-122"/>
                <a:cs typeface="Calibri" pitchFamily="34" charset="-120"/>
              </a:rPr>
              <a:t>et biologiques afin d'identifier les biomarqueurs associés</a:t>
            </a:r>
            <a:endParaRPr lang="en-US" sz="1600" dirty="0"/>
          </a:p>
          <a:p>
            <a:pPr marL="0" indent="0" algn="l">
              <a:buNone/>
            </a:pPr>
            <a:r>
              <a:rPr lang="en-US" sz="1600" i="1" dirty="0">
                <a:solidFill>
                  <a:srgbClr val="FFFFFF"/>
                </a:solidFill>
                <a:latin typeface="Calibri" pitchFamily="34" charset="0"/>
                <a:ea typeface="Calibri" pitchFamily="34" charset="-122"/>
                <a:cs typeface="Calibri" pitchFamily="34" charset="-120"/>
              </a:rPr>
              <a:t>au pronostic des patients et d'aider à la prise de décision médicale ?</a:t>
            </a:r>
            <a:endParaRPr lang="en-US" sz="1600" dirty="0"/>
          </a:p>
        </p:txBody>
      </p:sp>
      <p:sp>
        <p:nvSpPr>
          <p:cNvPr id="7" name="Text 5"/>
          <p:cNvSpPr/>
          <p:nvPr/>
        </p:nvSpPr>
        <p:spPr>
          <a:xfrm>
            <a:off x="320040" y="2331720"/>
            <a:ext cx="8229600" cy="365760"/>
          </a:xfrm>
          <a:prstGeom prst="rect">
            <a:avLst/>
          </a:prstGeom>
          <a:noFill/>
          <a:ln/>
        </p:spPr>
        <p:txBody>
          <a:bodyPr wrap="square" lIns="0" tIns="0" rIns="0" bIns="0" rtlCol="0" anchor="ctr"/>
          <a:lstStyle/>
          <a:p>
            <a:pPr marL="0" indent="0" algn="ctr">
              <a:buNone/>
            </a:pPr>
            <a:r>
              <a:rPr lang="en-US" sz="2200" b="1" kern="0" spc="300" dirty="0">
                <a:solidFill>
                  <a:srgbClr val="F39C12"/>
                </a:solidFill>
                <a:latin typeface="Calibri" pitchFamily="34" charset="0"/>
                <a:ea typeface="Calibri" pitchFamily="34" charset="-122"/>
                <a:cs typeface="Calibri" pitchFamily="34" charset="-120"/>
              </a:rPr>
              <a:t>OBJECTIFS DU PROJET</a:t>
            </a:r>
            <a:endParaRPr lang="en-US" sz="2200" dirty="0"/>
          </a:p>
        </p:txBody>
      </p:sp>
      <p:sp>
        <p:nvSpPr>
          <p:cNvPr id="8" name="Shape 6"/>
          <p:cNvSpPr/>
          <p:nvPr/>
        </p:nvSpPr>
        <p:spPr>
          <a:xfrm>
            <a:off x="320040" y="2834640"/>
            <a:ext cx="4114800" cy="777240"/>
          </a:xfrm>
          <a:prstGeom prst="rect">
            <a:avLst/>
          </a:prstGeom>
          <a:solidFill>
            <a:srgbClr val="0D2545"/>
          </a:solidFill>
          <a:ln/>
        </p:spPr>
        <p:txBody>
          <a:bodyPr/>
          <a:lstStyle/>
          <a:p>
            <a:endParaRPr lang="fr-MA"/>
          </a:p>
        </p:txBody>
      </p:sp>
      <p:sp>
        <p:nvSpPr>
          <p:cNvPr id="9" name="Shape 7"/>
          <p:cNvSpPr/>
          <p:nvPr/>
        </p:nvSpPr>
        <p:spPr>
          <a:xfrm>
            <a:off x="320040" y="2834640"/>
            <a:ext cx="502920" cy="777240"/>
          </a:xfrm>
          <a:prstGeom prst="rect">
            <a:avLst/>
          </a:prstGeom>
          <a:solidFill>
            <a:srgbClr val="C0392B"/>
          </a:solidFill>
          <a:ln/>
        </p:spPr>
        <p:txBody>
          <a:bodyPr/>
          <a:lstStyle/>
          <a:p>
            <a:endParaRPr lang="fr-MA"/>
          </a:p>
        </p:txBody>
      </p:sp>
      <p:sp>
        <p:nvSpPr>
          <p:cNvPr id="10" name="Text 8"/>
          <p:cNvSpPr/>
          <p:nvPr/>
        </p:nvSpPr>
        <p:spPr>
          <a:xfrm>
            <a:off x="320040" y="2834640"/>
            <a:ext cx="50292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914400" y="2834640"/>
            <a:ext cx="3474720" cy="777240"/>
          </a:xfrm>
          <a:prstGeom prst="rect">
            <a:avLst/>
          </a:prstGeom>
          <a:noFill/>
          <a:ln/>
        </p:spPr>
        <p:txBody>
          <a:bodyPr wrap="square" lIns="0" tIns="0" rIns="0" bIns="0" rtlCol="0" anchor="ctr"/>
          <a:lstStyle/>
          <a:p>
            <a:pPr marL="0" indent="0" algn="l">
              <a:buNone/>
            </a:pPr>
            <a:r>
              <a:rPr lang="en-US" sz="1200" dirty="0">
                <a:solidFill>
                  <a:srgbClr val="E8EDF2"/>
                </a:solidFill>
                <a:latin typeface="Calibri" pitchFamily="34" charset="0"/>
                <a:ea typeface="Calibri" pitchFamily="34" charset="-122"/>
                <a:cs typeface="Calibri" pitchFamily="34" charset="-120"/>
              </a:rPr>
              <a:t>Construire un pipeline data complet de bout en bout</a:t>
            </a:r>
            <a:endParaRPr lang="en-US" sz="1200" dirty="0"/>
          </a:p>
        </p:txBody>
      </p:sp>
      <p:sp>
        <p:nvSpPr>
          <p:cNvPr id="12" name="Shape 10"/>
          <p:cNvSpPr/>
          <p:nvPr/>
        </p:nvSpPr>
        <p:spPr>
          <a:xfrm>
            <a:off x="320040" y="3794760"/>
            <a:ext cx="4114800" cy="777240"/>
          </a:xfrm>
          <a:prstGeom prst="rect">
            <a:avLst/>
          </a:prstGeom>
          <a:solidFill>
            <a:srgbClr val="0D2545"/>
          </a:solidFill>
          <a:ln/>
        </p:spPr>
        <p:txBody>
          <a:bodyPr/>
          <a:lstStyle/>
          <a:p>
            <a:endParaRPr lang="fr-MA"/>
          </a:p>
        </p:txBody>
      </p:sp>
      <p:sp>
        <p:nvSpPr>
          <p:cNvPr id="13" name="Shape 11"/>
          <p:cNvSpPr/>
          <p:nvPr/>
        </p:nvSpPr>
        <p:spPr>
          <a:xfrm>
            <a:off x="320040" y="3794760"/>
            <a:ext cx="502920" cy="777240"/>
          </a:xfrm>
          <a:prstGeom prst="rect">
            <a:avLst/>
          </a:prstGeom>
          <a:solidFill>
            <a:srgbClr val="1ABC9C"/>
          </a:solidFill>
          <a:ln/>
        </p:spPr>
        <p:txBody>
          <a:bodyPr/>
          <a:lstStyle/>
          <a:p>
            <a:endParaRPr lang="fr-MA"/>
          </a:p>
        </p:txBody>
      </p:sp>
      <p:sp>
        <p:nvSpPr>
          <p:cNvPr id="14" name="Text 12"/>
          <p:cNvSpPr/>
          <p:nvPr/>
        </p:nvSpPr>
        <p:spPr>
          <a:xfrm>
            <a:off x="320040" y="3794760"/>
            <a:ext cx="50292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5" name="Text 13"/>
          <p:cNvSpPr/>
          <p:nvPr/>
        </p:nvSpPr>
        <p:spPr>
          <a:xfrm>
            <a:off x="914400" y="3794760"/>
            <a:ext cx="3474720" cy="777240"/>
          </a:xfrm>
          <a:prstGeom prst="rect">
            <a:avLst/>
          </a:prstGeom>
          <a:noFill/>
          <a:ln/>
        </p:spPr>
        <p:txBody>
          <a:bodyPr wrap="square" lIns="0" tIns="0" rIns="0" bIns="0" rtlCol="0" anchor="ctr"/>
          <a:lstStyle/>
          <a:p>
            <a:pPr marL="0" indent="0" algn="l">
              <a:buNone/>
            </a:pPr>
            <a:r>
              <a:rPr lang="en-US" sz="1200" dirty="0">
                <a:solidFill>
                  <a:srgbClr val="E8EDF2"/>
                </a:solidFill>
                <a:latin typeface="Calibri" pitchFamily="34" charset="0"/>
                <a:ea typeface="Calibri" pitchFamily="34" charset="-122"/>
                <a:cs typeface="Calibri" pitchFamily="34" charset="-120"/>
              </a:rPr>
              <a:t>Modéliser les données en base PostgreSQL (Star Schema)</a:t>
            </a:r>
            <a:endParaRPr lang="en-US" sz="1200" dirty="0"/>
          </a:p>
        </p:txBody>
      </p:sp>
      <p:sp>
        <p:nvSpPr>
          <p:cNvPr id="16" name="Shape 14"/>
          <p:cNvSpPr/>
          <p:nvPr/>
        </p:nvSpPr>
        <p:spPr>
          <a:xfrm>
            <a:off x="4709160" y="2834640"/>
            <a:ext cx="4114800" cy="777240"/>
          </a:xfrm>
          <a:prstGeom prst="rect">
            <a:avLst/>
          </a:prstGeom>
          <a:solidFill>
            <a:srgbClr val="0D2545"/>
          </a:solidFill>
          <a:ln/>
        </p:spPr>
        <p:txBody>
          <a:bodyPr/>
          <a:lstStyle/>
          <a:p>
            <a:endParaRPr lang="fr-MA"/>
          </a:p>
        </p:txBody>
      </p:sp>
      <p:sp>
        <p:nvSpPr>
          <p:cNvPr id="17" name="Shape 15"/>
          <p:cNvSpPr/>
          <p:nvPr/>
        </p:nvSpPr>
        <p:spPr>
          <a:xfrm>
            <a:off x="4709160" y="2834640"/>
            <a:ext cx="502920" cy="777240"/>
          </a:xfrm>
          <a:prstGeom prst="rect">
            <a:avLst/>
          </a:prstGeom>
          <a:solidFill>
            <a:srgbClr val="F39C12"/>
          </a:solidFill>
          <a:ln/>
        </p:spPr>
        <p:txBody>
          <a:bodyPr/>
          <a:lstStyle/>
          <a:p>
            <a:endParaRPr lang="fr-MA"/>
          </a:p>
        </p:txBody>
      </p:sp>
      <p:sp>
        <p:nvSpPr>
          <p:cNvPr id="18" name="Text 16"/>
          <p:cNvSpPr/>
          <p:nvPr/>
        </p:nvSpPr>
        <p:spPr>
          <a:xfrm>
            <a:off x="4709160" y="2834640"/>
            <a:ext cx="50292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5303520" y="2834640"/>
            <a:ext cx="3474720" cy="777240"/>
          </a:xfrm>
          <a:prstGeom prst="rect">
            <a:avLst/>
          </a:prstGeom>
          <a:noFill/>
          <a:ln/>
        </p:spPr>
        <p:txBody>
          <a:bodyPr wrap="square" lIns="0" tIns="0" rIns="0" bIns="0" rtlCol="0" anchor="ctr"/>
          <a:lstStyle/>
          <a:p>
            <a:pPr marL="0" indent="0" algn="l">
              <a:buNone/>
            </a:pPr>
            <a:r>
              <a:rPr lang="en-US" sz="1200" dirty="0">
                <a:solidFill>
                  <a:srgbClr val="E8EDF2"/>
                </a:solidFill>
                <a:latin typeface="Calibri" pitchFamily="34" charset="0"/>
                <a:ea typeface="Calibri" pitchFamily="34" charset="-122"/>
                <a:cs typeface="Calibri" pitchFamily="34" charset="-120"/>
              </a:rPr>
              <a:t>Calculer des KPI cliniques et pronostiques pertinents</a:t>
            </a:r>
            <a:endParaRPr lang="en-US" sz="1200" dirty="0"/>
          </a:p>
        </p:txBody>
      </p:sp>
      <p:sp>
        <p:nvSpPr>
          <p:cNvPr id="20" name="Shape 18"/>
          <p:cNvSpPr/>
          <p:nvPr/>
        </p:nvSpPr>
        <p:spPr>
          <a:xfrm>
            <a:off x="4709160" y="3794760"/>
            <a:ext cx="4114800" cy="777240"/>
          </a:xfrm>
          <a:prstGeom prst="rect">
            <a:avLst/>
          </a:prstGeom>
          <a:solidFill>
            <a:srgbClr val="0D2545"/>
          </a:solidFill>
          <a:ln/>
        </p:spPr>
        <p:txBody>
          <a:bodyPr/>
          <a:lstStyle/>
          <a:p>
            <a:endParaRPr lang="fr-MA"/>
          </a:p>
        </p:txBody>
      </p:sp>
      <p:sp>
        <p:nvSpPr>
          <p:cNvPr id="21" name="Shape 19"/>
          <p:cNvSpPr/>
          <p:nvPr/>
        </p:nvSpPr>
        <p:spPr>
          <a:xfrm>
            <a:off x="4709160" y="3794760"/>
            <a:ext cx="502920" cy="777240"/>
          </a:xfrm>
          <a:prstGeom prst="rect">
            <a:avLst/>
          </a:prstGeom>
          <a:solidFill>
            <a:srgbClr val="8E44AD"/>
          </a:solidFill>
          <a:ln/>
        </p:spPr>
        <p:txBody>
          <a:bodyPr/>
          <a:lstStyle/>
          <a:p>
            <a:endParaRPr lang="fr-MA"/>
          </a:p>
        </p:txBody>
      </p:sp>
      <p:sp>
        <p:nvSpPr>
          <p:cNvPr id="22" name="Text 20"/>
          <p:cNvSpPr/>
          <p:nvPr/>
        </p:nvSpPr>
        <p:spPr>
          <a:xfrm>
            <a:off x="4709160" y="3794760"/>
            <a:ext cx="50292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5303520" y="3794760"/>
            <a:ext cx="3474720" cy="777240"/>
          </a:xfrm>
          <a:prstGeom prst="rect">
            <a:avLst/>
          </a:prstGeom>
          <a:noFill/>
          <a:ln/>
        </p:spPr>
        <p:txBody>
          <a:bodyPr wrap="square" lIns="0" tIns="0" rIns="0" bIns="0" rtlCol="0" anchor="ctr"/>
          <a:lstStyle/>
          <a:p>
            <a:pPr marL="0" indent="0" algn="l">
              <a:buNone/>
            </a:pPr>
            <a:r>
              <a:rPr lang="en-US" sz="1200" dirty="0">
                <a:solidFill>
                  <a:srgbClr val="E8EDF2"/>
                </a:solidFill>
                <a:latin typeface="Calibri" pitchFamily="34" charset="0"/>
                <a:ea typeface="Calibri" pitchFamily="34" charset="-122"/>
                <a:cs typeface="Calibri" pitchFamily="34" charset="-120"/>
              </a:rPr>
              <a:t>Produire un dashboard BI interactif pour l'aide à la décision</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545"/>
          </a:solidFill>
          <a:ln/>
        </p:spPr>
        <p:txBody>
          <a:bodyPr/>
          <a:lstStyle/>
          <a:p>
            <a:endParaRPr lang="fr-MA"/>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SOURCES DE DONNÉES</a:t>
            </a:r>
            <a:endParaRPr lang="en-US" sz="2200" dirty="0"/>
          </a:p>
        </p:txBody>
      </p:sp>
      <p:sp>
        <p:nvSpPr>
          <p:cNvPr id="4" name="Shape 2"/>
          <p:cNvSpPr/>
          <p:nvPr/>
        </p:nvSpPr>
        <p:spPr>
          <a:xfrm>
            <a:off x="274320" y="868680"/>
            <a:ext cx="2788920" cy="39776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5" name="Shape 3"/>
          <p:cNvSpPr/>
          <p:nvPr/>
        </p:nvSpPr>
        <p:spPr>
          <a:xfrm>
            <a:off x="274320" y="868680"/>
            <a:ext cx="2788920" cy="502920"/>
          </a:xfrm>
          <a:prstGeom prst="rect">
            <a:avLst/>
          </a:prstGeom>
          <a:solidFill>
            <a:srgbClr val="C0392B"/>
          </a:solidFill>
          <a:ln/>
        </p:spPr>
        <p:txBody>
          <a:bodyPr/>
          <a:lstStyle/>
          <a:p>
            <a:endParaRPr lang="fr-MA"/>
          </a:p>
        </p:txBody>
      </p:sp>
      <p:sp>
        <p:nvSpPr>
          <p:cNvPr id="6" name="Text 4"/>
          <p:cNvSpPr/>
          <p:nvPr/>
        </p:nvSpPr>
        <p:spPr>
          <a:xfrm>
            <a:off x="365760" y="868680"/>
            <a:ext cx="2606040" cy="5029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  Cancer du Sein</a:t>
            </a:r>
            <a:endParaRPr lang="en-US" sz="1300" dirty="0"/>
          </a:p>
        </p:txBody>
      </p:sp>
      <p:sp>
        <p:nvSpPr>
          <p:cNvPr id="7" name="Text 5"/>
          <p:cNvSpPr/>
          <p:nvPr/>
        </p:nvSpPr>
        <p:spPr>
          <a:xfrm>
            <a:off x="411480" y="1463040"/>
            <a:ext cx="2514600" cy="320040"/>
          </a:xfrm>
          <a:prstGeom prst="rect">
            <a:avLst/>
          </a:prstGeom>
          <a:noFill/>
          <a:ln/>
        </p:spPr>
        <p:txBody>
          <a:bodyPr wrap="square" lIns="0" tIns="0" rIns="0" bIns="0" rtlCol="0" anchor="ctr"/>
          <a:lstStyle/>
          <a:p>
            <a:pPr marL="0" indent="0" algn="l">
              <a:buNone/>
            </a:pPr>
            <a:r>
              <a:rPr lang="en-US" sz="1000" i="1" dirty="0">
                <a:solidFill>
                  <a:srgbClr val="8B9BAE"/>
                </a:solidFill>
                <a:latin typeface="Calibri" pitchFamily="34" charset="0"/>
                <a:ea typeface="Calibri" pitchFamily="34" charset="-122"/>
                <a:cs typeface="Calibri" pitchFamily="34" charset="-120"/>
              </a:rPr>
              <a:t>Source : Zenodo (SEER Dataset)</a:t>
            </a:r>
            <a:endParaRPr lang="en-US" sz="1000" dirty="0"/>
          </a:p>
        </p:txBody>
      </p:sp>
      <p:sp>
        <p:nvSpPr>
          <p:cNvPr id="8" name="Text 6"/>
          <p:cNvSpPr/>
          <p:nvPr/>
        </p:nvSpPr>
        <p:spPr>
          <a:xfrm>
            <a:off x="411480" y="1874520"/>
            <a:ext cx="2514600" cy="274320"/>
          </a:xfrm>
          <a:prstGeom prst="rect">
            <a:avLst/>
          </a:prstGeom>
          <a:noFill/>
          <a:ln/>
        </p:spPr>
        <p:txBody>
          <a:bodyPr wrap="square" lIns="0" tIns="0" rIns="0" bIns="0" rtlCol="0" anchor="ctr"/>
          <a:lstStyle/>
          <a:p>
            <a:pPr marL="0" indent="0">
              <a:buNone/>
            </a:pPr>
            <a:r>
              <a:rPr lang="en-US" sz="1100" b="1" dirty="0">
                <a:solidFill>
                  <a:srgbClr val="1A2733"/>
                </a:solidFill>
                <a:latin typeface="Calibri" pitchFamily="34" charset="0"/>
                <a:ea typeface="Calibri" pitchFamily="34" charset="-122"/>
                <a:cs typeface="Calibri" pitchFamily="34" charset="-120"/>
              </a:rPr>
              <a:t>Variables clés :</a:t>
            </a:r>
            <a:endParaRPr lang="en-US" sz="1100" dirty="0"/>
          </a:p>
        </p:txBody>
      </p:sp>
      <p:sp>
        <p:nvSpPr>
          <p:cNvPr id="9" name="Text 7"/>
          <p:cNvSpPr/>
          <p:nvPr/>
        </p:nvSpPr>
        <p:spPr>
          <a:xfrm>
            <a:off x="411480" y="2194560"/>
            <a:ext cx="2514600" cy="11887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Âge, sexe, stade tumoral</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Biomarqueurs moléculaires</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Survie (mois) + statut vital</a:t>
            </a:r>
            <a:endParaRPr lang="en-US" sz="1100" dirty="0"/>
          </a:p>
        </p:txBody>
      </p:sp>
      <p:sp>
        <p:nvSpPr>
          <p:cNvPr id="10" name="Shape 8"/>
          <p:cNvSpPr/>
          <p:nvPr/>
        </p:nvSpPr>
        <p:spPr>
          <a:xfrm>
            <a:off x="411480" y="3657600"/>
            <a:ext cx="2377440" cy="347472"/>
          </a:xfrm>
          <a:prstGeom prst="roundRect">
            <a:avLst>
              <a:gd name="adj" fmla="val 13158"/>
            </a:avLst>
          </a:prstGeom>
          <a:solidFill>
            <a:srgbClr val="C0392B"/>
          </a:solidFill>
          <a:ln/>
        </p:spPr>
        <p:txBody>
          <a:bodyPr/>
          <a:lstStyle/>
          <a:p>
            <a:endParaRPr lang="fr-MA"/>
          </a:p>
        </p:txBody>
      </p:sp>
      <p:sp>
        <p:nvSpPr>
          <p:cNvPr id="11" name="Text 9"/>
          <p:cNvSpPr/>
          <p:nvPr/>
        </p:nvSpPr>
        <p:spPr>
          <a:xfrm>
            <a:off x="411480" y="3657600"/>
            <a:ext cx="23774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4 024 patients</a:t>
            </a:r>
            <a:endParaRPr lang="en-US" sz="1100" dirty="0"/>
          </a:p>
        </p:txBody>
      </p:sp>
      <p:sp>
        <p:nvSpPr>
          <p:cNvPr id="12" name="Shape 10"/>
          <p:cNvSpPr/>
          <p:nvPr/>
        </p:nvSpPr>
        <p:spPr>
          <a:xfrm>
            <a:off x="3246120" y="868680"/>
            <a:ext cx="2788920" cy="39776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13" name="Shape 11"/>
          <p:cNvSpPr/>
          <p:nvPr/>
        </p:nvSpPr>
        <p:spPr>
          <a:xfrm>
            <a:off x="3246120" y="868680"/>
            <a:ext cx="2788920" cy="502920"/>
          </a:xfrm>
          <a:prstGeom prst="rect">
            <a:avLst/>
          </a:prstGeom>
          <a:solidFill>
            <a:srgbClr val="2980B9"/>
          </a:solidFill>
          <a:ln/>
        </p:spPr>
        <p:txBody>
          <a:bodyPr/>
          <a:lstStyle/>
          <a:p>
            <a:endParaRPr lang="fr-MA"/>
          </a:p>
        </p:txBody>
      </p:sp>
      <p:sp>
        <p:nvSpPr>
          <p:cNvPr id="14" name="Text 12"/>
          <p:cNvSpPr/>
          <p:nvPr/>
        </p:nvSpPr>
        <p:spPr>
          <a:xfrm>
            <a:off x="3337560" y="868680"/>
            <a:ext cx="2606040" cy="5029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  Cancer du Poumon</a:t>
            </a:r>
            <a:endParaRPr lang="en-US" sz="1300" dirty="0"/>
          </a:p>
        </p:txBody>
      </p:sp>
      <p:sp>
        <p:nvSpPr>
          <p:cNvPr id="15" name="Text 13"/>
          <p:cNvSpPr/>
          <p:nvPr/>
        </p:nvSpPr>
        <p:spPr>
          <a:xfrm>
            <a:off x="3383280" y="1463040"/>
            <a:ext cx="2514600" cy="320040"/>
          </a:xfrm>
          <a:prstGeom prst="rect">
            <a:avLst/>
          </a:prstGeom>
          <a:noFill/>
          <a:ln/>
        </p:spPr>
        <p:txBody>
          <a:bodyPr wrap="square" lIns="0" tIns="0" rIns="0" bIns="0" rtlCol="0" anchor="ctr"/>
          <a:lstStyle/>
          <a:p>
            <a:pPr marL="0" indent="0" algn="l">
              <a:buNone/>
            </a:pPr>
            <a:r>
              <a:rPr lang="en-US" sz="1000" i="1" dirty="0">
                <a:solidFill>
                  <a:srgbClr val="8B9BAE"/>
                </a:solidFill>
                <a:latin typeface="Calibri" pitchFamily="34" charset="0"/>
                <a:ea typeface="Calibri" pitchFamily="34" charset="-122"/>
                <a:cs typeface="Calibri" pitchFamily="34" charset="-120"/>
              </a:rPr>
              <a:t>Source : NCCTG Dataset</a:t>
            </a:r>
            <a:endParaRPr lang="en-US" sz="1000" dirty="0"/>
          </a:p>
        </p:txBody>
      </p:sp>
      <p:sp>
        <p:nvSpPr>
          <p:cNvPr id="16" name="Text 14"/>
          <p:cNvSpPr/>
          <p:nvPr/>
        </p:nvSpPr>
        <p:spPr>
          <a:xfrm>
            <a:off x="3383280" y="1874520"/>
            <a:ext cx="2514600" cy="274320"/>
          </a:xfrm>
          <a:prstGeom prst="rect">
            <a:avLst/>
          </a:prstGeom>
          <a:noFill/>
          <a:ln/>
        </p:spPr>
        <p:txBody>
          <a:bodyPr wrap="square" lIns="0" tIns="0" rIns="0" bIns="0" rtlCol="0" anchor="ctr"/>
          <a:lstStyle/>
          <a:p>
            <a:pPr marL="0" indent="0">
              <a:buNone/>
            </a:pPr>
            <a:r>
              <a:rPr lang="en-US" sz="1100" b="1" dirty="0">
                <a:solidFill>
                  <a:srgbClr val="1A2733"/>
                </a:solidFill>
                <a:latin typeface="Calibri" pitchFamily="34" charset="0"/>
                <a:ea typeface="Calibri" pitchFamily="34" charset="-122"/>
                <a:cs typeface="Calibri" pitchFamily="34" charset="-120"/>
              </a:rPr>
              <a:t>Variables clés :</a:t>
            </a:r>
            <a:endParaRPr lang="en-US" sz="1100" dirty="0"/>
          </a:p>
        </p:txBody>
      </p:sp>
      <p:sp>
        <p:nvSpPr>
          <p:cNvPr id="17" name="Text 15"/>
          <p:cNvSpPr/>
          <p:nvPr/>
        </p:nvSpPr>
        <p:spPr>
          <a:xfrm>
            <a:off x="3383280" y="2194560"/>
            <a:ext cx="2514600" cy="11887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Durée d'observation (TIME)</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Statut : 0=censuré, 1=décès</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Âge, sexe, ECOG</a:t>
            </a:r>
            <a:endParaRPr lang="en-US" sz="1100" dirty="0"/>
          </a:p>
        </p:txBody>
      </p:sp>
      <p:sp>
        <p:nvSpPr>
          <p:cNvPr id="18" name="Shape 16"/>
          <p:cNvSpPr/>
          <p:nvPr/>
        </p:nvSpPr>
        <p:spPr>
          <a:xfrm>
            <a:off x="3383280" y="3657600"/>
            <a:ext cx="2377440" cy="347472"/>
          </a:xfrm>
          <a:prstGeom prst="roundRect">
            <a:avLst>
              <a:gd name="adj" fmla="val 13158"/>
            </a:avLst>
          </a:prstGeom>
          <a:solidFill>
            <a:srgbClr val="2980B9"/>
          </a:solidFill>
          <a:ln/>
        </p:spPr>
        <p:txBody>
          <a:bodyPr/>
          <a:lstStyle/>
          <a:p>
            <a:endParaRPr lang="fr-MA"/>
          </a:p>
        </p:txBody>
      </p:sp>
      <p:sp>
        <p:nvSpPr>
          <p:cNvPr id="19" name="Text 17"/>
          <p:cNvSpPr/>
          <p:nvPr/>
        </p:nvSpPr>
        <p:spPr>
          <a:xfrm>
            <a:off x="3383280" y="3657600"/>
            <a:ext cx="23774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1 228 patients</a:t>
            </a:r>
            <a:endParaRPr lang="en-US" sz="1100" dirty="0"/>
          </a:p>
        </p:txBody>
      </p:sp>
      <p:sp>
        <p:nvSpPr>
          <p:cNvPr id="20" name="Shape 18"/>
          <p:cNvSpPr/>
          <p:nvPr/>
        </p:nvSpPr>
        <p:spPr>
          <a:xfrm>
            <a:off x="6217920" y="868680"/>
            <a:ext cx="2788920" cy="39776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21" name="Shape 19"/>
          <p:cNvSpPr/>
          <p:nvPr/>
        </p:nvSpPr>
        <p:spPr>
          <a:xfrm>
            <a:off x="6217920" y="868680"/>
            <a:ext cx="2788920" cy="502920"/>
          </a:xfrm>
          <a:prstGeom prst="rect">
            <a:avLst/>
          </a:prstGeom>
          <a:solidFill>
            <a:srgbClr val="8E44AD"/>
          </a:solidFill>
          <a:ln/>
        </p:spPr>
        <p:txBody>
          <a:bodyPr/>
          <a:lstStyle/>
          <a:p>
            <a:endParaRPr lang="fr-MA"/>
          </a:p>
        </p:txBody>
      </p:sp>
      <p:sp>
        <p:nvSpPr>
          <p:cNvPr id="22" name="Text 20"/>
          <p:cNvSpPr/>
          <p:nvPr/>
        </p:nvSpPr>
        <p:spPr>
          <a:xfrm>
            <a:off x="6309360" y="868680"/>
            <a:ext cx="2606040" cy="50292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  Biomarqueurs</a:t>
            </a:r>
            <a:endParaRPr lang="en-US" sz="1300" dirty="0"/>
          </a:p>
        </p:txBody>
      </p:sp>
      <p:sp>
        <p:nvSpPr>
          <p:cNvPr id="23" name="Text 21"/>
          <p:cNvSpPr/>
          <p:nvPr/>
        </p:nvSpPr>
        <p:spPr>
          <a:xfrm>
            <a:off x="6355080" y="1463040"/>
            <a:ext cx="2514600" cy="320040"/>
          </a:xfrm>
          <a:prstGeom prst="rect">
            <a:avLst/>
          </a:prstGeom>
          <a:noFill/>
          <a:ln/>
        </p:spPr>
        <p:txBody>
          <a:bodyPr wrap="square" lIns="0" tIns="0" rIns="0" bIns="0" rtlCol="0" anchor="ctr"/>
          <a:lstStyle/>
          <a:p>
            <a:pPr marL="0" indent="0" algn="l">
              <a:buNone/>
            </a:pPr>
            <a:r>
              <a:rPr lang="en-US" sz="1000" i="1" dirty="0">
                <a:solidFill>
                  <a:srgbClr val="8B9BAE"/>
                </a:solidFill>
                <a:latin typeface="Calibri" pitchFamily="34" charset="0"/>
                <a:ea typeface="Calibri" pitchFamily="34" charset="-122"/>
                <a:cs typeface="Calibri" pitchFamily="34" charset="-120"/>
              </a:rPr>
              <a:t>Source : API NCBI Entrez</a:t>
            </a:r>
            <a:endParaRPr lang="en-US" sz="1000" dirty="0"/>
          </a:p>
        </p:txBody>
      </p:sp>
      <p:sp>
        <p:nvSpPr>
          <p:cNvPr id="24" name="Text 22"/>
          <p:cNvSpPr/>
          <p:nvPr/>
        </p:nvSpPr>
        <p:spPr>
          <a:xfrm>
            <a:off x="6355080" y="1874520"/>
            <a:ext cx="2514600" cy="274320"/>
          </a:xfrm>
          <a:prstGeom prst="rect">
            <a:avLst/>
          </a:prstGeom>
          <a:noFill/>
          <a:ln/>
        </p:spPr>
        <p:txBody>
          <a:bodyPr wrap="square" lIns="0" tIns="0" rIns="0" bIns="0" rtlCol="0" anchor="ctr"/>
          <a:lstStyle/>
          <a:p>
            <a:pPr marL="0" indent="0">
              <a:buNone/>
            </a:pPr>
            <a:r>
              <a:rPr lang="en-US" sz="1100" b="1" dirty="0">
                <a:solidFill>
                  <a:srgbClr val="1A2733"/>
                </a:solidFill>
                <a:latin typeface="Calibri" pitchFamily="34" charset="0"/>
                <a:ea typeface="Calibri" pitchFamily="34" charset="-122"/>
                <a:cs typeface="Calibri" pitchFamily="34" charset="-120"/>
              </a:rPr>
              <a:t>Variables clés :</a:t>
            </a:r>
            <a:endParaRPr lang="en-US" sz="1100" dirty="0"/>
          </a:p>
        </p:txBody>
      </p:sp>
      <p:sp>
        <p:nvSpPr>
          <p:cNvPr id="25" name="Text 23"/>
          <p:cNvSpPr/>
          <p:nvPr/>
        </p:nvSpPr>
        <p:spPr>
          <a:xfrm>
            <a:off x="6355080" y="2194560"/>
            <a:ext cx="2514600" cy="11887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Identifiant du gène</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Nom officiel (TP53, EGFR…)</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Description biologique</a:t>
            </a:r>
            <a:endParaRPr lang="en-US" sz="1100" dirty="0"/>
          </a:p>
        </p:txBody>
      </p:sp>
      <p:sp>
        <p:nvSpPr>
          <p:cNvPr id="26" name="Shape 24"/>
          <p:cNvSpPr/>
          <p:nvPr/>
        </p:nvSpPr>
        <p:spPr>
          <a:xfrm>
            <a:off x="6355080" y="3657600"/>
            <a:ext cx="2377440" cy="347472"/>
          </a:xfrm>
          <a:prstGeom prst="roundRect">
            <a:avLst>
              <a:gd name="adj" fmla="val 13158"/>
            </a:avLst>
          </a:prstGeom>
          <a:solidFill>
            <a:srgbClr val="8E44AD"/>
          </a:solidFill>
          <a:ln/>
        </p:spPr>
        <p:txBody>
          <a:bodyPr/>
          <a:lstStyle/>
          <a:p>
            <a:endParaRPr lang="fr-MA"/>
          </a:p>
        </p:txBody>
      </p:sp>
      <p:sp>
        <p:nvSpPr>
          <p:cNvPr id="27" name="Text 25"/>
          <p:cNvSpPr/>
          <p:nvPr/>
        </p:nvSpPr>
        <p:spPr>
          <a:xfrm>
            <a:off x="6355080" y="3657600"/>
            <a:ext cx="23774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 biomarqueurs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2980B9"/>
          </a:solidFill>
          <a:ln/>
        </p:spPr>
        <p:txBody>
          <a:bodyPr/>
          <a:lstStyle/>
          <a:p>
            <a:endParaRPr lang="fr-MA"/>
          </a:p>
        </p:txBody>
      </p:sp>
      <p:sp>
        <p:nvSpPr>
          <p:cNvPr id="3" name="Text 1"/>
          <p:cNvSpPr/>
          <p:nvPr/>
        </p:nvSpPr>
        <p:spPr>
          <a:xfrm>
            <a:off x="182880" y="617221"/>
            <a:ext cx="82296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PIPELINE DATA</a:t>
            </a:r>
            <a:endParaRPr lang="en-US" sz="2200" dirty="0"/>
          </a:p>
        </p:txBody>
      </p:sp>
      <p:sp>
        <p:nvSpPr>
          <p:cNvPr id="4" name="Shape 2"/>
          <p:cNvSpPr/>
          <p:nvPr/>
        </p:nvSpPr>
        <p:spPr>
          <a:xfrm>
            <a:off x="274320" y="1603718"/>
            <a:ext cx="1097280" cy="1554480"/>
          </a:xfrm>
          <a:prstGeom prst="rect">
            <a:avLst/>
          </a:prstGeom>
          <a:solidFill>
            <a:srgbClr val="1A3A6B"/>
          </a:solidFill>
          <a:ln/>
        </p:spPr>
        <p:txBody>
          <a:bodyPr/>
          <a:lstStyle/>
          <a:p>
            <a:endParaRPr lang="fr-MA"/>
          </a:p>
        </p:txBody>
      </p:sp>
      <p:sp>
        <p:nvSpPr>
          <p:cNvPr id="5" name="Shape 3"/>
          <p:cNvSpPr/>
          <p:nvPr/>
        </p:nvSpPr>
        <p:spPr>
          <a:xfrm>
            <a:off x="274320" y="1603718"/>
            <a:ext cx="1097280" cy="73152"/>
          </a:xfrm>
          <a:prstGeom prst="rect">
            <a:avLst/>
          </a:prstGeom>
          <a:solidFill>
            <a:srgbClr val="C0392B"/>
          </a:solidFill>
          <a:ln/>
        </p:spPr>
        <p:txBody>
          <a:bodyPr/>
          <a:lstStyle/>
          <a:p>
            <a:endParaRPr lang="fr-MA"/>
          </a:p>
        </p:txBody>
      </p:sp>
      <p:sp>
        <p:nvSpPr>
          <p:cNvPr id="6" name="Shape 4"/>
          <p:cNvSpPr/>
          <p:nvPr/>
        </p:nvSpPr>
        <p:spPr>
          <a:xfrm>
            <a:off x="548640" y="1695158"/>
            <a:ext cx="457200" cy="457200"/>
          </a:xfrm>
          <a:prstGeom prst="ellipse">
            <a:avLst/>
          </a:prstGeom>
          <a:solidFill>
            <a:srgbClr val="C0392B"/>
          </a:solidFill>
          <a:ln w="12700">
            <a:solidFill>
              <a:srgbClr val="C0392B"/>
            </a:solidFill>
            <a:prstDash val="solid"/>
          </a:ln>
        </p:spPr>
        <p:txBody>
          <a:bodyPr/>
          <a:lstStyle/>
          <a:p>
            <a:endParaRPr lang="fr-MA"/>
          </a:p>
        </p:txBody>
      </p:sp>
      <p:sp>
        <p:nvSpPr>
          <p:cNvPr id="7" name="Text 5"/>
          <p:cNvSpPr/>
          <p:nvPr/>
        </p:nvSpPr>
        <p:spPr>
          <a:xfrm>
            <a:off x="54864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32004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Ingestion</a:t>
            </a:r>
            <a:endParaRPr lang="en-US" sz="1200" dirty="0"/>
          </a:p>
        </p:txBody>
      </p:sp>
      <p:sp>
        <p:nvSpPr>
          <p:cNvPr id="9" name="Text 7"/>
          <p:cNvSpPr/>
          <p:nvPr/>
        </p:nvSpPr>
        <p:spPr>
          <a:xfrm>
            <a:off x="32004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CSV Breast + Lung</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API NCBI Entrez</a:t>
            </a:r>
            <a:endParaRPr lang="en-US" sz="900" dirty="0"/>
          </a:p>
        </p:txBody>
      </p:sp>
      <p:sp>
        <p:nvSpPr>
          <p:cNvPr id="10" name="Shape 8"/>
          <p:cNvSpPr/>
          <p:nvPr/>
        </p:nvSpPr>
        <p:spPr>
          <a:xfrm>
            <a:off x="1371600" y="2289518"/>
            <a:ext cx="137160" cy="36576"/>
          </a:xfrm>
          <a:prstGeom prst="rect">
            <a:avLst/>
          </a:prstGeom>
          <a:solidFill>
            <a:srgbClr val="8B9BAE"/>
          </a:solidFill>
          <a:ln/>
        </p:spPr>
        <p:txBody>
          <a:bodyPr/>
          <a:lstStyle/>
          <a:p>
            <a:endParaRPr lang="fr-MA"/>
          </a:p>
        </p:txBody>
      </p:sp>
      <p:sp>
        <p:nvSpPr>
          <p:cNvPr id="11" name="Shape 9"/>
          <p:cNvSpPr/>
          <p:nvPr/>
        </p:nvSpPr>
        <p:spPr>
          <a:xfrm>
            <a:off x="1417320" y="2225510"/>
            <a:ext cx="164592" cy="164592"/>
          </a:xfrm>
          <a:prstGeom prst="ellipse">
            <a:avLst/>
          </a:prstGeom>
          <a:solidFill>
            <a:srgbClr val="8B9BAE"/>
          </a:solidFill>
          <a:ln w="12700">
            <a:solidFill>
              <a:srgbClr val="8B9BAE"/>
            </a:solidFill>
            <a:prstDash val="solid"/>
          </a:ln>
        </p:spPr>
        <p:txBody>
          <a:bodyPr/>
          <a:lstStyle/>
          <a:p>
            <a:endParaRPr lang="fr-MA"/>
          </a:p>
        </p:txBody>
      </p:sp>
      <p:sp>
        <p:nvSpPr>
          <p:cNvPr id="12" name="Shape 10"/>
          <p:cNvSpPr/>
          <p:nvPr/>
        </p:nvSpPr>
        <p:spPr>
          <a:xfrm>
            <a:off x="1508760" y="1603718"/>
            <a:ext cx="1097280" cy="1554480"/>
          </a:xfrm>
          <a:prstGeom prst="rect">
            <a:avLst/>
          </a:prstGeom>
          <a:solidFill>
            <a:srgbClr val="1A3A6B"/>
          </a:solidFill>
          <a:ln/>
        </p:spPr>
        <p:txBody>
          <a:bodyPr/>
          <a:lstStyle/>
          <a:p>
            <a:endParaRPr lang="fr-MA"/>
          </a:p>
        </p:txBody>
      </p:sp>
      <p:sp>
        <p:nvSpPr>
          <p:cNvPr id="13" name="Shape 11"/>
          <p:cNvSpPr/>
          <p:nvPr/>
        </p:nvSpPr>
        <p:spPr>
          <a:xfrm>
            <a:off x="1508760" y="1603718"/>
            <a:ext cx="1097280" cy="73152"/>
          </a:xfrm>
          <a:prstGeom prst="rect">
            <a:avLst/>
          </a:prstGeom>
          <a:solidFill>
            <a:srgbClr val="E67E22"/>
          </a:solidFill>
          <a:ln/>
        </p:spPr>
        <p:txBody>
          <a:bodyPr/>
          <a:lstStyle/>
          <a:p>
            <a:endParaRPr lang="fr-MA"/>
          </a:p>
        </p:txBody>
      </p:sp>
      <p:sp>
        <p:nvSpPr>
          <p:cNvPr id="14" name="Shape 12"/>
          <p:cNvSpPr/>
          <p:nvPr/>
        </p:nvSpPr>
        <p:spPr>
          <a:xfrm>
            <a:off x="1783080" y="1695158"/>
            <a:ext cx="457200" cy="457200"/>
          </a:xfrm>
          <a:prstGeom prst="ellipse">
            <a:avLst/>
          </a:prstGeom>
          <a:solidFill>
            <a:srgbClr val="E67E22"/>
          </a:solidFill>
          <a:ln w="12700">
            <a:solidFill>
              <a:srgbClr val="E67E22"/>
            </a:solidFill>
            <a:prstDash val="solid"/>
          </a:ln>
        </p:spPr>
        <p:txBody>
          <a:bodyPr/>
          <a:lstStyle/>
          <a:p>
            <a:endParaRPr lang="fr-MA"/>
          </a:p>
        </p:txBody>
      </p:sp>
      <p:sp>
        <p:nvSpPr>
          <p:cNvPr id="15" name="Text 13"/>
          <p:cNvSpPr/>
          <p:nvPr/>
        </p:nvSpPr>
        <p:spPr>
          <a:xfrm>
            <a:off x="178308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155448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Raw</a:t>
            </a:r>
            <a:endParaRPr lang="en-US" sz="1200" dirty="0"/>
          </a:p>
        </p:txBody>
      </p:sp>
      <p:sp>
        <p:nvSpPr>
          <p:cNvPr id="17" name="Text 15"/>
          <p:cNvSpPr/>
          <p:nvPr/>
        </p:nvSpPr>
        <p:spPr>
          <a:xfrm>
            <a:off x="155448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Stockage brut</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Sans transformation</a:t>
            </a:r>
            <a:endParaRPr lang="en-US" sz="900" dirty="0"/>
          </a:p>
        </p:txBody>
      </p:sp>
      <p:sp>
        <p:nvSpPr>
          <p:cNvPr id="18" name="Shape 16"/>
          <p:cNvSpPr/>
          <p:nvPr/>
        </p:nvSpPr>
        <p:spPr>
          <a:xfrm>
            <a:off x="2606040" y="2289518"/>
            <a:ext cx="137160" cy="36576"/>
          </a:xfrm>
          <a:prstGeom prst="rect">
            <a:avLst/>
          </a:prstGeom>
          <a:solidFill>
            <a:srgbClr val="8B9BAE"/>
          </a:solidFill>
          <a:ln/>
        </p:spPr>
        <p:txBody>
          <a:bodyPr/>
          <a:lstStyle/>
          <a:p>
            <a:endParaRPr lang="fr-MA"/>
          </a:p>
        </p:txBody>
      </p:sp>
      <p:sp>
        <p:nvSpPr>
          <p:cNvPr id="19" name="Shape 17"/>
          <p:cNvSpPr/>
          <p:nvPr/>
        </p:nvSpPr>
        <p:spPr>
          <a:xfrm>
            <a:off x="2651760" y="2225510"/>
            <a:ext cx="164592" cy="164592"/>
          </a:xfrm>
          <a:prstGeom prst="ellipse">
            <a:avLst/>
          </a:prstGeom>
          <a:solidFill>
            <a:srgbClr val="8B9BAE"/>
          </a:solidFill>
          <a:ln w="12700">
            <a:solidFill>
              <a:srgbClr val="8B9BAE"/>
            </a:solidFill>
            <a:prstDash val="solid"/>
          </a:ln>
        </p:spPr>
        <p:txBody>
          <a:bodyPr/>
          <a:lstStyle/>
          <a:p>
            <a:endParaRPr lang="fr-MA"/>
          </a:p>
        </p:txBody>
      </p:sp>
      <p:sp>
        <p:nvSpPr>
          <p:cNvPr id="20" name="Shape 18"/>
          <p:cNvSpPr/>
          <p:nvPr/>
        </p:nvSpPr>
        <p:spPr>
          <a:xfrm>
            <a:off x="2743200" y="1603718"/>
            <a:ext cx="1097280" cy="1554480"/>
          </a:xfrm>
          <a:prstGeom prst="rect">
            <a:avLst/>
          </a:prstGeom>
          <a:solidFill>
            <a:srgbClr val="1A3A6B"/>
          </a:solidFill>
          <a:ln/>
        </p:spPr>
        <p:txBody>
          <a:bodyPr/>
          <a:lstStyle/>
          <a:p>
            <a:endParaRPr lang="fr-MA"/>
          </a:p>
        </p:txBody>
      </p:sp>
      <p:sp>
        <p:nvSpPr>
          <p:cNvPr id="21" name="Shape 19"/>
          <p:cNvSpPr/>
          <p:nvPr/>
        </p:nvSpPr>
        <p:spPr>
          <a:xfrm>
            <a:off x="2743200" y="1603718"/>
            <a:ext cx="1097280" cy="73152"/>
          </a:xfrm>
          <a:prstGeom prst="rect">
            <a:avLst/>
          </a:prstGeom>
          <a:solidFill>
            <a:srgbClr val="F39C12"/>
          </a:solidFill>
          <a:ln/>
        </p:spPr>
        <p:txBody>
          <a:bodyPr/>
          <a:lstStyle/>
          <a:p>
            <a:endParaRPr lang="fr-MA"/>
          </a:p>
        </p:txBody>
      </p:sp>
      <p:sp>
        <p:nvSpPr>
          <p:cNvPr id="22" name="Shape 20"/>
          <p:cNvSpPr/>
          <p:nvPr/>
        </p:nvSpPr>
        <p:spPr>
          <a:xfrm>
            <a:off x="3017520" y="1695158"/>
            <a:ext cx="457200" cy="457200"/>
          </a:xfrm>
          <a:prstGeom prst="ellipse">
            <a:avLst/>
          </a:prstGeom>
          <a:solidFill>
            <a:srgbClr val="F39C12"/>
          </a:solidFill>
          <a:ln w="12700">
            <a:solidFill>
              <a:srgbClr val="F39C12"/>
            </a:solidFill>
            <a:prstDash val="solid"/>
          </a:ln>
        </p:spPr>
        <p:txBody>
          <a:bodyPr/>
          <a:lstStyle/>
          <a:p>
            <a:endParaRPr lang="fr-MA"/>
          </a:p>
        </p:txBody>
      </p:sp>
      <p:sp>
        <p:nvSpPr>
          <p:cNvPr id="23" name="Text 21"/>
          <p:cNvSpPr/>
          <p:nvPr/>
        </p:nvSpPr>
        <p:spPr>
          <a:xfrm>
            <a:off x="301752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278892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Cleaning</a:t>
            </a:r>
            <a:endParaRPr lang="en-US" sz="1200" dirty="0"/>
          </a:p>
        </p:txBody>
      </p:sp>
      <p:sp>
        <p:nvSpPr>
          <p:cNvPr id="25" name="Text 23"/>
          <p:cNvSpPr/>
          <p:nvPr/>
        </p:nvSpPr>
        <p:spPr>
          <a:xfrm>
            <a:off x="278892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Valeurs manquantes</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Harmonisation colonnes</a:t>
            </a:r>
            <a:endParaRPr lang="en-US" sz="900" dirty="0"/>
          </a:p>
        </p:txBody>
      </p:sp>
      <p:sp>
        <p:nvSpPr>
          <p:cNvPr id="26" name="Shape 24"/>
          <p:cNvSpPr/>
          <p:nvPr/>
        </p:nvSpPr>
        <p:spPr>
          <a:xfrm>
            <a:off x="3840480" y="2289518"/>
            <a:ext cx="137160" cy="36576"/>
          </a:xfrm>
          <a:prstGeom prst="rect">
            <a:avLst/>
          </a:prstGeom>
          <a:solidFill>
            <a:srgbClr val="8B9BAE"/>
          </a:solidFill>
          <a:ln/>
        </p:spPr>
        <p:txBody>
          <a:bodyPr/>
          <a:lstStyle/>
          <a:p>
            <a:endParaRPr lang="fr-MA"/>
          </a:p>
        </p:txBody>
      </p:sp>
      <p:sp>
        <p:nvSpPr>
          <p:cNvPr id="27" name="Shape 25"/>
          <p:cNvSpPr/>
          <p:nvPr/>
        </p:nvSpPr>
        <p:spPr>
          <a:xfrm>
            <a:off x="3886200" y="2225510"/>
            <a:ext cx="164592" cy="164592"/>
          </a:xfrm>
          <a:prstGeom prst="ellipse">
            <a:avLst/>
          </a:prstGeom>
          <a:solidFill>
            <a:srgbClr val="8B9BAE"/>
          </a:solidFill>
          <a:ln w="12700">
            <a:solidFill>
              <a:srgbClr val="8B9BAE"/>
            </a:solidFill>
            <a:prstDash val="solid"/>
          </a:ln>
        </p:spPr>
        <p:txBody>
          <a:bodyPr/>
          <a:lstStyle/>
          <a:p>
            <a:endParaRPr lang="fr-MA"/>
          </a:p>
        </p:txBody>
      </p:sp>
      <p:sp>
        <p:nvSpPr>
          <p:cNvPr id="28" name="Shape 26"/>
          <p:cNvSpPr/>
          <p:nvPr/>
        </p:nvSpPr>
        <p:spPr>
          <a:xfrm>
            <a:off x="3977640" y="1603718"/>
            <a:ext cx="1097280" cy="1554480"/>
          </a:xfrm>
          <a:prstGeom prst="rect">
            <a:avLst/>
          </a:prstGeom>
          <a:solidFill>
            <a:srgbClr val="1A3A6B"/>
          </a:solidFill>
          <a:ln/>
        </p:spPr>
        <p:txBody>
          <a:bodyPr/>
          <a:lstStyle/>
          <a:p>
            <a:endParaRPr lang="fr-MA"/>
          </a:p>
        </p:txBody>
      </p:sp>
      <p:sp>
        <p:nvSpPr>
          <p:cNvPr id="29" name="Shape 27"/>
          <p:cNvSpPr/>
          <p:nvPr/>
        </p:nvSpPr>
        <p:spPr>
          <a:xfrm>
            <a:off x="3977640" y="1603718"/>
            <a:ext cx="1097280" cy="73152"/>
          </a:xfrm>
          <a:prstGeom prst="rect">
            <a:avLst/>
          </a:prstGeom>
          <a:solidFill>
            <a:srgbClr val="1ABC9C"/>
          </a:solidFill>
          <a:ln/>
        </p:spPr>
        <p:txBody>
          <a:bodyPr/>
          <a:lstStyle/>
          <a:p>
            <a:endParaRPr lang="fr-MA"/>
          </a:p>
        </p:txBody>
      </p:sp>
      <p:sp>
        <p:nvSpPr>
          <p:cNvPr id="30" name="Shape 28"/>
          <p:cNvSpPr/>
          <p:nvPr/>
        </p:nvSpPr>
        <p:spPr>
          <a:xfrm>
            <a:off x="4251960" y="1695158"/>
            <a:ext cx="457200" cy="457200"/>
          </a:xfrm>
          <a:prstGeom prst="ellipse">
            <a:avLst/>
          </a:prstGeom>
          <a:solidFill>
            <a:srgbClr val="1ABC9C"/>
          </a:solidFill>
          <a:ln w="12700">
            <a:solidFill>
              <a:srgbClr val="1ABC9C"/>
            </a:solidFill>
            <a:prstDash val="solid"/>
          </a:ln>
        </p:spPr>
        <p:txBody>
          <a:bodyPr/>
          <a:lstStyle/>
          <a:p>
            <a:endParaRPr lang="fr-MA"/>
          </a:p>
        </p:txBody>
      </p:sp>
      <p:sp>
        <p:nvSpPr>
          <p:cNvPr id="31" name="Text 29"/>
          <p:cNvSpPr/>
          <p:nvPr/>
        </p:nvSpPr>
        <p:spPr>
          <a:xfrm>
            <a:off x="425196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p:nvPr/>
        </p:nvSpPr>
        <p:spPr>
          <a:xfrm>
            <a:off x="402336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Processed</a:t>
            </a:r>
            <a:endParaRPr lang="en-US" sz="1200" dirty="0"/>
          </a:p>
        </p:txBody>
      </p:sp>
      <p:sp>
        <p:nvSpPr>
          <p:cNvPr id="33" name="Text 31"/>
          <p:cNvSpPr/>
          <p:nvPr/>
        </p:nvSpPr>
        <p:spPr>
          <a:xfrm>
            <a:off x="402336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patients_master</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Feature engineering</a:t>
            </a:r>
            <a:endParaRPr lang="en-US" sz="900" dirty="0"/>
          </a:p>
        </p:txBody>
      </p:sp>
      <p:sp>
        <p:nvSpPr>
          <p:cNvPr id="34" name="Shape 32"/>
          <p:cNvSpPr/>
          <p:nvPr/>
        </p:nvSpPr>
        <p:spPr>
          <a:xfrm>
            <a:off x="5074920" y="2289518"/>
            <a:ext cx="137160" cy="36576"/>
          </a:xfrm>
          <a:prstGeom prst="rect">
            <a:avLst/>
          </a:prstGeom>
          <a:solidFill>
            <a:srgbClr val="8B9BAE"/>
          </a:solidFill>
          <a:ln/>
        </p:spPr>
        <p:txBody>
          <a:bodyPr/>
          <a:lstStyle/>
          <a:p>
            <a:endParaRPr lang="fr-MA"/>
          </a:p>
        </p:txBody>
      </p:sp>
      <p:sp>
        <p:nvSpPr>
          <p:cNvPr id="35" name="Shape 33"/>
          <p:cNvSpPr/>
          <p:nvPr/>
        </p:nvSpPr>
        <p:spPr>
          <a:xfrm>
            <a:off x="5120640" y="2225510"/>
            <a:ext cx="164592" cy="164592"/>
          </a:xfrm>
          <a:prstGeom prst="ellipse">
            <a:avLst/>
          </a:prstGeom>
          <a:solidFill>
            <a:srgbClr val="8B9BAE"/>
          </a:solidFill>
          <a:ln w="12700">
            <a:solidFill>
              <a:srgbClr val="8B9BAE"/>
            </a:solidFill>
            <a:prstDash val="solid"/>
          </a:ln>
        </p:spPr>
        <p:txBody>
          <a:bodyPr/>
          <a:lstStyle/>
          <a:p>
            <a:endParaRPr lang="fr-MA"/>
          </a:p>
        </p:txBody>
      </p:sp>
      <p:sp>
        <p:nvSpPr>
          <p:cNvPr id="36" name="Shape 34"/>
          <p:cNvSpPr/>
          <p:nvPr/>
        </p:nvSpPr>
        <p:spPr>
          <a:xfrm>
            <a:off x="5212080" y="1603718"/>
            <a:ext cx="1097280" cy="1554480"/>
          </a:xfrm>
          <a:prstGeom prst="rect">
            <a:avLst/>
          </a:prstGeom>
          <a:solidFill>
            <a:srgbClr val="1A3A6B"/>
          </a:solidFill>
          <a:ln/>
        </p:spPr>
        <p:txBody>
          <a:bodyPr/>
          <a:lstStyle/>
          <a:p>
            <a:endParaRPr lang="fr-MA"/>
          </a:p>
        </p:txBody>
      </p:sp>
      <p:sp>
        <p:nvSpPr>
          <p:cNvPr id="37" name="Shape 35"/>
          <p:cNvSpPr/>
          <p:nvPr/>
        </p:nvSpPr>
        <p:spPr>
          <a:xfrm>
            <a:off x="5212080" y="1603718"/>
            <a:ext cx="1097280" cy="73152"/>
          </a:xfrm>
          <a:prstGeom prst="rect">
            <a:avLst/>
          </a:prstGeom>
          <a:solidFill>
            <a:srgbClr val="2980B9"/>
          </a:solidFill>
          <a:ln/>
        </p:spPr>
        <p:txBody>
          <a:bodyPr/>
          <a:lstStyle/>
          <a:p>
            <a:endParaRPr lang="fr-MA"/>
          </a:p>
        </p:txBody>
      </p:sp>
      <p:sp>
        <p:nvSpPr>
          <p:cNvPr id="38" name="Shape 36"/>
          <p:cNvSpPr/>
          <p:nvPr/>
        </p:nvSpPr>
        <p:spPr>
          <a:xfrm>
            <a:off x="5486400" y="1695158"/>
            <a:ext cx="457200" cy="457200"/>
          </a:xfrm>
          <a:prstGeom prst="ellipse">
            <a:avLst/>
          </a:prstGeom>
          <a:solidFill>
            <a:srgbClr val="2980B9"/>
          </a:solidFill>
          <a:ln w="12700">
            <a:solidFill>
              <a:srgbClr val="2980B9"/>
            </a:solidFill>
            <a:prstDash val="solid"/>
          </a:ln>
        </p:spPr>
        <p:txBody>
          <a:bodyPr/>
          <a:lstStyle/>
          <a:p>
            <a:endParaRPr lang="fr-MA"/>
          </a:p>
        </p:txBody>
      </p:sp>
      <p:sp>
        <p:nvSpPr>
          <p:cNvPr id="39" name="Text 37"/>
          <p:cNvSpPr/>
          <p:nvPr/>
        </p:nvSpPr>
        <p:spPr>
          <a:xfrm>
            <a:off x="548640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8"/>
          <p:cNvSpPr/>
          <p:nvPr/>
        </p:nvSpPr>
        <p:spPr>
          <a:xfrm>
            <a:off x="525780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41" name="Text 39"/>
          <p:cNvSpPr/>
          <p:nvPr/>
        </p:nvSpPr>
        <p:spPr>
          <a:xfrm>
            <a:off x="525780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Star Schema</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5 tables</a:t>
            </a:r>
            <a:endParaRPr lang="en-US" sz="900" dirty="0"/>
          </a:p>
        </p:txBody>
      </p:sp>
      <p:sp>
        <p:nvSpPr>
          <p:cNvPr id="42" name="Shape 40"/>
          <p:cNvSpPr/>
          <p:nvPr/>
        </p:nvSpPr>
        <p:spPr>
          <a:xfrm>
            <a:off x="6309360" y="2289518"/>
            <a:ext cx="137160" cy="36576"/>
          </a:xfrm>
          <a:prstGeom prst="rect">
            <a:avLst/>
          </a:prstGeom>
          <a:solidFill>
            <a:srgbClr val="8B9BAE"/>
          </a:solidFill>
          <a:ln/>
        </p:spPr>
        <p:txBody>
          <a:bodyPr/>
          <a:lstStyle/>
          <a:p>
            <a:endParaRPr lang="fr-MA"/>
          </a:p>
        </p:txBody>
      </p:sp>
      <p:sp>
        <p:nvSpPr>
          <p:cNvPr id="43" name="Shape 41"/>
          <p:cNvSpPr/>
          <p:nvPr/>
        </p:nvSpPr>
        <p:spPr>
          <a:xfrm>
            <a:off x="6355080" y="2225510"/>
            <a:ext cx="164592" cy="164592"/>
          </a:xfrm>
          <a:prstGeom prst="ellipse">
            <a:avLst/>
          </a:prstGeom>
          <a:solidFill>
            <a:srgbClr val="8B9BAE"/>
          </a:solidFill>
          <a:ln w="12700">
            <a:solidFill>
              <a:srgbClr val="8B9BAE"/>
            </a:solidFill>
            <a:prstDash val="solid"/>
          </a:ln>
        </p:spPr>
        <p:txBody>
          <a:bodyPr/>
          <a:lstStyle/>
          <a:p>
            <a:endParaRPr lang="fr-MA"/>
          </a:p>
        </p:txBody>
      </p:sp>
      <p:sp>
        <p:nvSpPr>
          <p:cNvPr id="44" name="Shape 42"/>
          <p:cNvSpPr/>
          <p:nvPr/>
        </p:nvSpPr>
        <p:spPr>
          <a:xfrm>
            <a:off x="6446520" y="1603718"/>
            <a:ext cx="1097280" cy="1554480"/>
          </a:xfrm>
          <a:prstGeom prst="rect">
            <a:avLst/>
          </a:prstGeom>
          <a:solidFill>
            <a:srgbClr val="1A3A6B"/>
          </a:solidFill>
          <a:ln/>
        </p:spPr>
        <p:txBody>
          <a:bodyPr/>
          <a:lstStyle/>
          <a:p>
            <a:endParaRPr lang="fr-MA"/>
          </a:p>
        </p:txBody>
      </p:sp>
      <p:sp>
        <p:nvSpPr>
          <p:cNvPr id="45" name="Shape 43"/>
          <p:cNvSpPr/>
          <p:nvPr/>
        </p:nvSpPr>
        <p:spPr>
          <a:xfrm>
            <a:off x="6446520" y="1603718"/>
            <a:ext cx="1097280" cy="73152"/>
          </a:xfrm>
          <a:prstGeom prst="rect">
            <a:avLst/>
          </a:prstGeom>
          <a:solidFill>
            <a:srgbClr val="8E44AD"/>
          </a:solidFill>
          <a:ln/>
        </p:spPr>
        <p:txBody>
          <a:bodyPr/>
          <a:lstStyle/>
          <a:p>
            <a:endParaRPr lang="fr-MA"/>
          </a:p>
        </p:txBody>
      </p:sp>
      <p:sp>
        <p:nvSpPr>
          <p:cNvPr id="46" name="Shape 44"/>
          <p:cNvSpPr/>
          <p:nvPr/>
        </p:nvSpPr>
        <p:spPr>
          <a:xfrm>
            <a:off x="6720840" y="1695158"/>
            <a:ext cx="457200" cy="457200"/>
          </a:xfrm>
          <a:prstGeom prst="ellipse">
            <a:avLst/>
          </a:prstGeom>
          <a:solidFill>
            <a:srgbClr val="8E44AD"/>
          </a:solidFill>
          <a:ln w="12700">
            <a:solidFill>
              <a:srgbClr val="8E44AD"/>
            </a:solidFill>
            <a:prstDash val="solid"/>
          </a:ln>
        </p:spPr>
        <p:txBody>
          <a:bodyPr/>
          <a:lstStyle/>
          <a:p>
            <a:endParaRPr lang="fr-MA"/>
          </a:p>
        </p:txBody>
      </p:sp>
      <p:sp>
        <p:nvSpPr>
          <p:cNvPr id="47" name="Text 45"/>
          <p:cNvSpPr/>
          <p:nvPr/>
        </p:nvSpPr>
        <p:spPr>
          <a:xfrm>
            <a:off x="672084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8" name="Text 46"/>
          <p:cNvSpPr/>
          <p:nvPr/>
        </p:nvSpPr>
        <p:spPr>
          <a:xfrm>
            <a:off x="649224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KPI</a:t>
            </a:r>
            <a:endParaRPr lang="en-US" sz="1200" dirty="0"/>
          </a:p>
        </p:txBody>
      </p:sp>
      <p:sp>
        <p:nvSpPr>
          <p:cNvPr id="49" name="Text 47"/>
          <p:cNvSpPr/>
          <p:nvPr/>
        </p:nvSpPr>
        <p:spPr>
          <a:xfrm>
            <a:off x="649224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Calcul indicateurs</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Analyse statistique</a:t>
            </a:r>
            <a:endParaRPr lang="en-US" sz="900" dirty="0"/>
          </a:p>
        </p:txBody>
      </p:sp>
      <p:sp>
        <p:nvSpPr>
          <p:cNvPr id="50" name="Shape 48"/>
          <p:cNvSpPr/>
          <p:nvPr/>
        </p:nvSpPr>
        <p:spPr>
          <a:xfrm>
            <a:off x="7543800" y="2289518"/>
            <a:ext cx="137160" cy="36576"/>
          </a:xfrm>
          <a:prstGeom prst="rect">
            <a:avLst/>
          </a:prstGeom>
          <a:solidFill>
            <a:srgbClr val="8B9BAE"/>
          </a:solidFill>
          <a:ln/>
        </p:spPr>
        <p:txBody>
          <a:bodyPr/>
          <a:lstStyle/>
          <a:p>
            <a:endParaRPr lang="fr-MA"/>
          </a:p>
        </p:txBody>
      </p:sp>
      <p:sp>
        <p:nvSpPr>
          <p:cNvPr id="51" name="Shape 49"/>
          <p:cNvSpPr/>
          <p:nvPr/>
        </p:nvSpPr>
        <p:spPr>
          <a:xfrm>
            <a:off x="7589520" y="2225510"/>
            <a:ext cx="164592" cy="164592"/>
          </a:xfrm>
          <a:prstGeom prst="ellipse">
            <a:avLst/>
          </a:prstGeom>
          <a:solidFill>
            <a:srgbClr val="8B9BAE"/>
          </a:solidFill>
          <a:ln w="12700">
            <a:solidFill>
              <a:srgbClr val="8B9BAE"/>
            </a:solidFill>
            <a:prstDash val="solid"/>
          </a:ln>
        </p:spPr>
        <p:txBody>
          <a:bodyPr/>
          <a:lstStyle/>
          <a:p>
            <a:endParaRPr lang="fr-MA"/>
          </a:p>
        </p:txBody>
      </p:sp>
      <p:sp>
        <p:nvSpPr>
          <p:cNvPr id="52" name="Shape 50"/>
          <p:cNvSpPr/>
          <p:nvPr/>
        </p:nvSpPr>
        <p:spPr>
          <a:xfrm>
            <a:off x="7680960" y="1603718"/>
            <a:ext cx="1097280" cy="1554480"/>
          </a:xfrm>
          <a:prstGeom prst="rect">
            <a:avLst/>
          </a:prstGeom>
          <a:solidFill>
            <a:srgbClr val="1A3A6B"/>
          </a:solidFill>
          <a:ln/>
        </p:spPr>
        <p:txBody>
          <a:bodyPr/>
          <a:lstStyle/>
          <a:p>
            <a:endParaRPr lang="fr-MA"/>
          </a:p>
        </p:txBody>
      </p:sp>
      <p:sp>
        <p:nvSpPr>
          <p:cNvPr id="53" name="Shape 51"/>
          <p:cNvSpPr/>
          <p:nvPr/>
        </p:nvSpPr>
        <p:spPr>
          <a:xfrm>
            <a:off x="7680960" y="1603718"/>
            <a:ext cx="1097280" cy="73152"/>
          </a:xfrm>
          <a:prstGeom prst="rect">
            <a:avLst/>
          </a:prstGeom>
          <a:solidFill>
            <a:srgbClr val="C0392B"/>
          </a:solidFill>
          <a:ln/>
        </p:spPr>
        <p:txBody>
          <a:bodyPr/>
          <a:lstStyle/>
          <a:p>
            <a:endParaRPr lang="fr-MA"/>
          </a:p>
        </p:txBody>
      </p:sp>
      <p:sp>
        <p:nvSpPr>
          <p:cNvPr id="54" name="Shape 52"/>
          <p:cNvSpPr/>
          <p:nvPr/>
        </p:nvSpPr>
        <p:spPr>
          <a:xfrm>
            <a:off x="7955280" y="1695158"/>
            <a:ext cx="457200" cy="457200"/>
          </a:xfrm>
          <a:prstGeom prst="ellipse">
            <a:avLst/>
          </a:prstGeom>
          <a:solidFill>
            <a:srgbClr val="C0392B"/>
          </a:solidFill>
          <a:ln w="12700">
            <a:solidFill>
              <a:srgbClr val="C0392B"/>
            </a:solidFill>
            <a:prstDash val="solid"/>
          </a:ln>
        </p:spPr>
        <p:txBody>
          <a:bodyPr/>
          <a:lstStyle/>
          <a:p>
            <a:endParaRPr lang="fr-MA"/>
          </a:p>
        </p:txBody>
      </p:sp>
      <p:sp>
        <p:nvSpPr>
          <p:cNvPr id="55" name="Text 53"/>
          <p:cNvSpPr/>
          <p:nvPr/>
        </p:nvSpPr>
        <p:spPr>
          <a:xfrm>
            <a:off x="7955280" y="169515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56" name="Text 54"/>
          <p:cNvSpPr/>
          <p:nvPr/>
        </p:nvSpPr>
        <p:spPr>
          <a:xfrm>
            <a:off x="7726680" y="2243798"/>
            <a:ext cx="10058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57" name="Text 55"/>
          <p:cNvSpPr/>
          <p:nvPr/>
        </p:nvSpPr>
        <p:spPr>
          <a:xfrm>
            <a:off x="7726680" y="2609558"/>
            <a:ext cx="1005840" cy="502920"/>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Power BI</a:t>
            </a:r>
            <a:endParaRPr lang="en-US" sz="900" dirty="0"/>
          </a:p>
          <a:p>
            <a:pPr marL="0" indent="0" algn="ctr">
              <a:buNone/>
            </a:pPr>
            <a:r>
              <a:rPr lang="en-US" sz="900" dirty="0">
                <a:solidFill>
                  <a:srgbClr val="8B9BAE"/>
                </a:solidFill>
                <a:latin typeface="Calibri" pitchFamily="34" charset="0"/>
                <a:ea typeface="Calibri" pitchFamily="34" charset="-122"/>
                <a:cs typeface="Calibri" pitchFamily="34" charset="-120"/>
              </a:rPr>
              <a:t>3 pages</a:t>
            </a:r>
            <a:endParaRPr lang="en-US" sz="900" dirty="0"/>
          </a:p>
        </p:txBody>
      </p:sp>
      <p:sp>
        <p:nvSpPr>
          <p:cNvPr id="58" name="Shape 56"/>
          <p:cNvSpPr/>
          <p:nvPr/>
        </p:nvSpPr>
        <p:spPr>
          <a:xfrm>
            <a:off x="274320" y="4389120"/>
            <a:ext cx="8595360" cy="0"/>
          </a:xfrm>
          <a:prstGeom prst="rect">
            <a:avLst/>
          </a:prstGeom>
          <a:noFill/>
          <a:ln/>
        </p:spPr>
        <p:txBody>
          <a:bodyPr/>
          <a:lstStyle/>
          <a:p>
            <a:endParaRPr lang="fr-MA"/>
          </a:p>
        </p:txBody>
      </p:sp>
      <p:sp>
        <p:nvSpPr>
          <p:cNvPr id="59" name="Text 57"/>
          <p:cNvSpPr/>
          <p:nvPr/>
        </p:nvSpPr>
        <p:spPr>
          <a:xfrm>
            <a:off x="320040" y="3803904"/>
            <a:ext cx="8503920" cy="411480"/>
          </a:xfrm>
          <a:prstGeom prst="rect">
            <a:avLst/>
          </a:prstGeom>
          <a:noFill/>
          <a:ln/>
        </p:spPr>
        <p:txBody>
          <a:bodyPr wrap="square" lIns="0" tIns="0" rIns="0" bIns="0" rtlCol="0" anchor="ctr"/>
          <a:lstStyle/>
          <a:p>
            <a:pPr marL="0" indent="0" algn="ctr">
              <a:buNone/>
            </a:pPr>
            <a:r>
              <a:rPr lang="en-US" sz="1000" i="1" dirty="0">
                <a:solidFill>
                  <a:srgbClr val="8B9BAE"/>
                </a:solidFill>
                <a:latin typeface="Calibri" pitchFamily="34" charset="0"/>
                <a:ea typeface="Calibri" pitchFamily="34" charset="-122"/>
                <a:cs typeface="Calibri" pitchFamily="34" charset="-120"/>
              </a:rPr>
              <a:t>Sources  →  Ingestion  →  Raw  →  Cleaning  →  Processed  →  PostgreSQL  →  KPI  →  Dashboard</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545"/>
          </a:solidFill>
          <a:ln/>
        </p:spPr>
        <p:txBody>
          <a:bodyPr/>
          <a:lstStyle/>
          <a:p>
            <a:endParaRPr lang="fr-MA"/>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PRÉPROCESSING &amp; FEATURE ENGINEERING</a:t>
            </a:r>
            <a:endParaRPr lang="en-US" sz="2000" dirty="0"/>
          </a:p>
        </p:txBody>
      </p:sp>
      <p:sp>
        <p:nvSpPr>
          <p:cNvPr id="4" name="Shape 2"/>
          <p:cNvSpPr/>
          <p:nvPr/>
        </p:nvSpPr>
        <p:spPr>
          <a:xfrm>
            <a:off x="274320" y="822960"/>
            <a:ext cx="4023360" cy="39776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5" name="Shape 3"/>
          <p:cNvSpPr/>
          <p:nvPr/>
        </p:nvSpPr>
        <p:spPr>
          <a:xfrm>
            <a:off x="274320" y="822960"/>
            <a:ext cx="4023360" cy="411480"/>
          </a:xfrm>
          <a:prstGeom prst="rect">
            <a:avLst/>
          </a:prstGeom>
          <a:solidFill>
            <a:srgbClr val="2980B9"/>
          </a:solidFill>
          <a:ln/>
        </p:spPr>
        <p:txBody>
          <a:bodyPr/>
          <a:lstStyle/>
          <a:p>
            <a:endParaRPr lang="fr-MA"/>
          </a:p>
        </p:txBody>
      </p:sp>
      <p:sp>
        <p:nvSpPr>
          <p:cNvPr id="6" name="Text 4"/>
          <p:cNvSpPr/>
          <p:nvPr/>
        </p:nvSpPr>
        <p:spPr>
          <a:xfrm>
            <a:off x="365760" y="822960"/>
            <a:ext cx="384048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Préprocessing</a:t>
            </a:r>
            <a:endParaRPr lang="en-US" sz="1400" dirty="0"/>
          </a:p>
        </p:txBody>
      </p:sp>
      <p:sp>
        <p:nvSpPr>
          <p:cNvPr id="7" name="Shape 5"/>
          <p:cNvSpPr/>
          <p:nvPr/>
        </p:nvSpPr>
        <p:spPr>
          <a:xfrm>
            <a:off x="457200" y="1490472"/>
            <a:ext cx="201168" cy="201168"/>
          </a:xfrm>
          <a:prstGeom prst="ellipse">
            <a:avLst/>
          </a:prstGeom>
          <a:solidFill>
            <a:srgbClr val="2980B9"/>
          </a:solidFill>
          <a:ln w="12700">
            <a:solidFill>
              <a:srgbClr val="2980B9"/>
            </a:solidFill>
            <a:prstDash val="solid"/>
          </a:ln>
        </p:spPr>
        <p:txBody>
          <a:bodyPr/>
          <a:lstStyle/>
          <a:p>
            <a:endParaRPr lang="fr-MA"/>
          </a:p>
        </p:txBody>
      </p:sp>
      <p:sp>
        <p:nvSpPr>
          <p:cNvPr id="8" name="Text 6"/>
          <p:cNvSpPr/>
          <p:nvPr/>
        </p:nvSpPr>
        <p:spPr>
          <a:xfrm>
            <a:off x="457200" y="149047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9" name="Text 7"/>
          <p:cNvSpPr/>
          <p:nvPr/>
        </p:nvSpPr>
        <p:spPr>
          <a:xfrm>
            <a:off x="777240" y="1417320"/>
            <a:ext cx="3383280" cy="347472"/>
          </a:xfrm>
          <a:prstGeom prst="rect">
            <a:avLst/>
          </a:prstGeom>
          <a:noFill/>
          <a:ln/>
        </p:spPr>
        <p:txBody>
          <a:bodyPr wrap="square" lIns="0" tIns="0" rIns="0" bIns="0" rtlCol="0" anchor="ctr"/>
          <a:lstStyle/>
          <a:p>
            <a:pPr marL="0" indent="0" algn="l">
              <a:buNone/>
            </a:pPr>
            <a:r>
              <a:rPr lang="en-US" sz="1200" dirty="0">
                <a:solidFill>
                  <a:srgbClr val="1A2733"/>
                </a:solidFill>
                <a:latin typeface="Calibri" pitchFamily="34" charset="0"/>
                <a:ea typeface="Calibri" pitchFamily="34" charset="-122"/>
                <a:cs typeface="Calibri" pitchFamily="34" charset="-120"/>
              </a:rPr>
              <a:t>Gestion des valeurs manquantes</a:t>
            </a:r>
            <a:endParaRPr lang="en-US" sz="1200" dirty="0"/>
          </a:p>
        </p:txBody>
      </p:sp>
      <p:sp>
        <p:nvSpPr>
          <p:cNvPr id="10" name="Shape 8"/>
          <p:cNvSpPr/>
          <p:nvPr/>
        </p:nvSpPr>
        <p:spPr>
          <a:xfrm>
            <a:off x="457200" y="2084832"/>
            <a:ext cx="201168" cy="201168"/>
          </a:xfrm>
          <a:prstGeom prst="ellipse">
            <a:avLst/>
          </a:prstGeom>
          <a:solidFill>
            <a:srgbClr val="2980B9"/>
          </a:solidFill>
          <a:ln w="12700">
            <a:solidFill>
              <a:srgbClr val="2980B9"/>
            </a:solidFill>
            <a:prstDash val="solid"/>
          </a:ln>
        </p:spPr>
        <p:txBody>
          <a:bodyPr/>
          <a:lstStyle/>
          <a:p>
            <a:endParaRPr lang="fr-MA"/>
          </a:p>
        </p:txBody>
      </p:sp>
      <p:sp>
        <p:nvSpPr>
          <p:cNvPr id="11" name="Text 9"/>
          <p:cNvSpPr/>
          <p:nvPr/>
        </p:nvSpPr>
        <p:spPr>
          <a:xfrm>
            <a:off x="457200" y="208483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2011680"/>
            <a:ext cx="3383280" cy="347472"/>
          </a:xfrm>
          <a:prstGeom prst="rect">
            <a:avLst/>
          </a:prstGeom>
          <a:noFill/>
          <a:ln/>
        </p:spPr>
        <p:txBody>
          <a:bodyPr wrap="square" lIns="0" tIns="0" rIns="0" bIns="0" rtlCol="0" anchor="ctr"/>
          <a:lstStyle/>
          <a:p>
            <a:pPr marL="0" indent="0" algn="l">
              <a:buNone/>
            </a:pPr>
            <a:r>
              <a:rPr lang="en-US" sz="1200" dirty="0">
                <a:solidFill>
                  <a:srgbClr val="1A2733"/>
                </a:solidFill>
                <a:latin typeface="Calibri" pitchFamily="34" charset="0"/>
                <a:ea typeface="Calibri" pitchFamily="34" charset="-122"/>
                <a:cs typeface="Calibri" pitchFamily="34" charset="-120"/>
              </a:rPr>
              <a:t>Harmonisation des noms de colonnes</a:t>
            </a:r>
            <a:endParaRPr lang="en-US" sz="1200" dirty="0"/>
          </a:p>
        </p:txBody>
      </p:sp>
      <p:sp>
        <p:nvSpPr>
          <p:cNvPr id="13" name="Shape 11"/>
          <p:cNvSpPr/>
          <p:nvPr/>
        </p:nvSpPr>
        <p:spPr>
          <a:xfrm>
            <a:off x="457200" y="2679192"/>
            <a:ext cx="201168" cy="201168"/>
          </a:xfrm>
          <a:prstGeom prst="ellipse">
            <a:avLst/>
          </a:prstGeom>
          <a:solidFill>
            <a:srgbClr val="2980B9"/>
          </a:solidFill>
          <a:ln w="12700">
            <a:solidFill>
              <a:srgbClr val="2980B9"/>
            </a:solidFill>
            <a:prstDash val="solid"/>
          </a:ln>
        </p:spPr>
        <p:txBody>
          <a:bodyPr/>
          <a:lstStyle/>
          <a:p>
            <a:endParaRPr lang="fr-MA"/>
          </a:p>
        </p:txBody>
      </p:sp>
      <p:sp>
        <p:nvSpPr>
          <p:cNvPr id="14" name="Text 12"/>
          <p:cNvSpPr/>
          <p:nvPr/>
        </p:nvSpPr>
        <p:spPr>
          <a:xfrm>
            <a:off x="457200" y="267919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5" name="Text 13"/>
          <p:cNvSpPr/>
          <p:nvPr/>
        </p:nvSpPr>
        <p:spPr>
          <a:xfrm>
            <a:off x="777240" y="2606040"/>
            <a:ext cx="3383280" cy="347472"/>
          </a:xfrm>
          <a:prstGeom prst="rect">
            <a:avLst/>
          </a:prstGeom>
          <a:noFill/>
          <a:ln/>
        </p:spPr>
        <p:txBody>
          <a:bodyPr wrap="square" lIns="0" tIns="0" rIns="0" bIns="0" rtlCol="0" anchor="ctr"/>
          <a:lstStyle/>
          <a:p>
            <a:pPr marL="0" indent="0" algn="l">
              <a:buNone/>
            </a:pPr>
            <a:r>
              <a:rPr lang="en-US" sz="1200" dirty="0">
                <a:solidFill>
                  <a:srgbClr val="1A2733"/>
                </a:solidFill>
                <a:latin typeface="Calibri" pitchFamily="34" charset="0"/>
                <a:ea typeface="Calibri" pitchFamily="34" charset="-122"/>
                <a:cs typeface="Calibri" pitchFamily="34" charset="-120"/>
              </a:rPr>
              <a:t>Fusion des datasets breast + lung</a:t>
            </a:r>
            <a:endParaRPr lang="en-US" sz="1200" dirty="0"/>
          </a:p>
        </p:txBody>
      </p:sp>
      <p:sp>
        <p:nvSpPr>
          <p:cNvPr id="16" name="Shape 14"/>
          <p:cNvSpPr/>
          <p:nvPr/>
        </p:nvSpPr>
        <p:spPr>
          <a:xfrm>
            <a:off x="457200" y="3273552"/>
            <a:ext cx="201168" cy="201168"/>
          </a:xfrm>
          <a:prstGeom prst="ellipse">
            <a:avLst/>
          </a:prstGeom>
          <a:solidFill>
            <a:srgbClr val="2980B9"/>
          </a:solidFill>
          <a:ln w="12700">
            <a:solidFill>
              <a:srgbClr val="2980B9"/>
            </a:solidFill>
            <a:prstDash val="solid"/>
          </a:ln>
        </p:spPr>
        <p:txBody>
          <a:bodyPr/>
          <a:lstStyle/>
          <a:p>
            <a:endParaRPr lang="fr-MA"/>
          </a:p>
        </p:txBody>
      </p:sp>
      <p:sp>
        <p:nvSpPr>
          <p:cNvPr id="17" name="Text 15"/>
          <p:cNvSpPr/>
          <p:nvPr/>
        </p:nvSpPr>
        <p:spPr>
          <a:xfrm>
            <a:off x="457200" y="327355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8" name="Text 16"/>
          <p:cNvSpPr/>
          <p:nvPr/>
        </p:nvSpPr>
        <p:spPr>
          <a:xfrm>
            <a:off x="777240" y="3200400"/>
            <a:ext cx="3383280" cy="347472"/>
          </a:xfrm>
          <a:prstGeom prst="rect">
            <a:avLst/>
          </a:prstGeom>
          <a:noFill/>
          <a:ln/>
        </p:spPr>
        <p:txBody>
          <a:bodyPr wrap="square" lIns="0" tIns="0" rIns="0" bIns="0" rtlCol="0" anchor="ctr"/>
          <a:lstStyle/>
          <a:p>
            <a:pPr marL="0" indent="0" algn="l">
              <a:buNone/>
            </a:pPr>
            <a:r>
              <a:rPr lang="en-US" sz="1200" dirty="0">
                <a:solidFill>
                  <a:srgbClr val="1A2733"/>
                </a:solidFill>
                <a:latin typeface="Calibri" pitchFamily="34" charset="0"/>
                <a:ea typeface="Calibri" pitchFamily="34" charset="-122"/>
                <a:cs typeface="Calibri" pitchFamily="34" charset="-120"/>
              </a:rPr>
              <a:t>Création du fichier patients_master</a:t>
            </a:r>
            <a:endParaRPr lang="en-US" sz="1200" dirty="0"/>
          </a:p>
        </p:txBody>
      </p:sp>
      <p:sp>
        <p:nvSpPr>
          <p:cNvPr id="19" name="Shape 17"/>
          <p:cNvSpPr/>
          <p:nvPr/>
        </p:nvSpPr>
        <p:spPr>
          <a:xfrm>
            <a:off x="457200" y="3867912"/>
            <a:ext cx="201168" cy="201168"/>
          </a:xfrm>
          <a:prstGeom prst="ellipse">
            <a:avLst/>
          </a:prstGeom>
          <a:solidFill>
            <a:srgbClr val="2980B9"/>
          </a:solidFill>
          <a:ln w="12700">
            <a:solidFill>
              <a:srgbClr val="2980B9"/>
            </a:solidFill>
            <a:prstDash val="solid"/>
          </a:ln>
        </p:spPr>
        <p:txBody>
          <a:bodyPr/>
          <a:lstStyle/>
          <a:p>
            <a:endParaRPr lang="fr-MA"/>
          </a:p>
        </p:txBody>
      </p:sp>
      <p:sp>
        <p:nvSpPr>
          <p:cNvPr id="20" name="Text 18"/>
          <p:cNvSpPr/>
          <p:nvPr/>
        </p:nvSpPr>
        <p:spPr>
          <a:xfrm>
            <a:off x="457200" y="386791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1" name="Text 19"/>
          <p:cNvSpPr/>
          <p:nvPr/>
        </p:nvSpPr>
        <p:spPr>
          <a:xfrm>
            <a:off x="777240" y="3794760"/>
            <a:ext cx="3383280" cy="347472"/>
          </a:xfrm>
          <a:prstGeom prst="rect">
            <a:avLst/>
          </a:prstGeom>
          <a:noFill/>
          <a:ln/>
        </p:spPr>
        <p:txBody>
          <a:bodyPr wrap="square" lIns="0" tIns="0" rIns="0" bIns="0" rtlCol="0" anchor="ctr"/>
          <a:lstStyle/>
          <a:p>
            <a:pPr marL="0" indent="0" algn="l">
              <a:buNone/>
            </a:pPr>
            <a:r>
              <a:rPr lang="en-US" sz="1200" dirty="0">
                <a:solidFill>
                  <a:srgbClr val="1A2733"/>
                </a:solidFill>
                <a:latin typeface="Calibri" pitchFamily="34" charset="0"/>
                <a:ea typeface="Calibri" pitchFamily="34" charset="-122"/>
                <a:cs typeface="Calibri" pitchFamily="34" charset="-120"/>
              </a:rPr>
              <a:t>Standardisation des types de données</a:t>
            </a:r>
            <a:endParaRPr lang="en-US" sz="1200" dirty="0"/>
          </a:p>
        </p:txBody>
      </p:sp>
      <p:sp>
        <p:nvSpPr>
          <p:cNvPr id="22" name="Shape 20"/>
          <p:cNvSpPr/>
          <p:nvPr/>
        </p:nvSpPr>
        <p:spPr>
          <a:xfrm>
            <a:off x="4572000" y="822960"/>
            <a:ext cx="4297680" cy="39776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23" name="Shape 21"/>
          <p:cNvSpPr/>
          <p:nvPr/>
        </p:nvSpPr>
        <p:spPr>
          <a:xfrm>
            <a:off x="4572000" y="822960"/>
            <a:ext cx="4297680" cy="411480"/>
          </a:xfrm>
          <a:prstGeom prst="rect">
            <a:avLst/>
          </a:prstGeom>
          <a:solidFill>
            <a:srgbClr val="1ABC9C"/>
          </a:solidFill>
          <a:ln/>
        </p:spPr>
        <p:txBody>
          <a:bodyPr/>
          <a:lstStyle/>
          <a:p>
            <a:endParaRPr lang="fr-MA"/>
          </a:p>
        </p:txBody>
      </p:sp>
      <p:sp>
        <p:nvSpPr>
          <p:cNvPr id="24" name="Text 22"/>
          <p:cNvSpPr/>
          <p:nvPr/>
        </p:nvSpPr>
        <p:spPr>
          <a:xfrm>
            <a:off x="4663440" y="822960"/>
            <a:ext cx="41148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Feature Engineering</a:t>
            </a:r>
            <a:endParaRPr lang="en-US" sz="1400" dirty="0"/>
          </a:p>
        </p:txBody>
      </p:sp>
      <p:sp>
        <p:nvSpPr>
          <p:cNvPr id="25" name="Shape 23"/>
          <p:cNvSpPr/>
          <p:nvPr/>
        </p:nvSpPr>
        <p:spPr>
          <a:xfrm>
            <a:off x="4754880" y="1371600"/>
            <a:ext cx="3931920" cy="1280160"/>
          </a:xfrm>
          <a:prstGeom prst="rect">
            <a:avLst/>
          </a:prstGeom>
          <a:solidFill>
            <a:srgbClr val="F0FAF8"/>
          </a:solidFill>
          <a:ln/>
        </p:spPr>
        <p:txBody>
          <a:bodyPr/>
          <a:lstStyle/>
          <a:p>
            <a:endParaRPr lang="fr-MA"/>
          </a:p>
        </p:txBody>
      </p:sp>
      <p:sp>
        <p:nvSpPr>
          <p:cNvPr id="26" name="Text 24"/>
          <p:cNvSpPr/>
          <p:nvPr/>
        </p:nvSpPr>
        <p:spPr>
          <a:xfrm>
            <a:off x="4846320" y="1417320"/>
            <a:ext cx="3749040" cy="320040"/>
          </a:xfrm>
          <a:prstGeom prst="rect">
            <a:avLst/>
          </a:prstGeom>
          <a:noFill/>
          <a:ln/>
        </p:spPr>
        <p:txBody>
          <a:bodyPr wrap="square" lIns="0" tIns="0" rIns="0" bIns="0" rtlCol="0" anchor="ctr"/>
          <a:lstStyle/>
          <a:p>
            <a:pPr marL="0" indent="0">
              <a:buNone/>
            </a:pPr>
            <a:r>
              <a:rPr lang="en-US" sz="1200" b="1" dirty="0">
                <a:solidFill>
                  <a:srgbClr val="1ABC9C"/>
                </a:solidFill>
                <a:latin typeface="Calibri" pitchFamily="34" charset="0"/>
                <a:ea typeface="Calibri" pitchFamily="34" charset="-122"/>
                <a:cs typeface="Calibri" pitchFamily="34" charset="-120"/>
              </a:rPr>
              <a:t>Variable créée : risk_group</a:t>
            </a:r>
            <a:endParaRPr lang="en-US" sz="1200" dirty="0"/>
          </a:p>
        </p:txBody>
      </p:sp>
      <p:sp>
        <p:nvSpPr>
          <p:cNvPr id="27" name="Text 25"/>
          <p:cNvSpPr/>
          <p:nvPr/>
        </p:nvSpPr>
        <p:spPr>
          <a:xfrm>
            <a:off x="4846320" y="1783080"/>
            <a:ext cx="1828800" cy="24688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High Risk</a:t>
            </a:r>
            <a:endParaRPr lang="en-US" sz="1000" dirty="0"/>
          </a:p>
        </p:txBody>
      </p:sp>
      <p:sp>
        <p:nvSpPr>
          <p:cNvPr id="28" name="Text 26"/>
          <p:cNvSpPr/>
          <p:nvPr/>
        </p:nvSpPr>
        <p:spPr>
          <a:xfrm>
            <a:off x="6675120" y="1783080"/>
            <a:ext cx="1920240" cy="24688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survie &lt; 12 mois</a:t>
            </a:r>
            <a:endParaRPr lang="en-US" sz="1000" dirty="0"/>
          </a:p>
        </p:txBody>
      </p:sp>
      <p:sp>
        <p:nvSpPr>
          <p:cNvPr id="29" name="Text 27"/>
          <p:cNvSpPr/>
          <p:nvPr/>
        </p:nvSpPr>
        <p:spPr>
          <a:xfrm>
            <a:off x="4846320" y="2039112"/>
            <a:ext cx="1828800" cy="246888"/>
          </a:xfrm>
          <a:prstGeom prst="rect">
            <a:avLst/>
          </a:prstGeom>
          <a:noFill/>
          <a:ln/>
        </p:spPr>
        <p:txBody>
          <a:bodyPr wrap="square" lIns="0" tIns="0" rIns="0" bIns="0"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 Medium Risk</a:t>
            </a:r>
            <a:endParaRPr lang="en-US" sz="1000" dirty="0"/>
          </a:p>
        </p:txBody>
      </p:sp>
      <p:sp>
        <p:nvSpPr>
          <p:cNvPr id="30" name="Text 28"/>
          <p:cNvSpPr/>
          <p:nvPr/>
        </p:nvSpPr>
        <p:spPr>
          <a:xfrm>
            <a:off x="6675120" y="2039112"/>
            <a:ext cx="1920240" cy="24688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12 à 36 mois</a:t>
            </a:r>
            <a:endParaRPr lang="en-US" sz="1000" dirty="0"/>
          </a:p>
        </p:txBody>
      </p:sp>
      <p:sp>
        <p:nvSpPr>
          <p:cNvPr id="31" name="Text 29"/>
          <p:cNvSpPr/>
          <p:nvPr/>
        </p:nvSpPr>
        <p:spPr>
          <a:xfrm>
            <a:off x="4846320" y="2295144"/>
            <a:ext cx="1828800" cy="246888"/>
          </a:xfrm>
          <a:prstGeom prst="rect">
            <a:avLst/>
          </a:prstGeom>
          <a:noFill/>
          <a:ln/>
        </p:spPr>
        <p:txBody>
          <a:bodyPr wrap="square" lIns="0" tIns="0" rIns="0" bIns="0" rtlCol="0" anchor="ctr"/>
          <a:lstStyle/>
          <a:p>
            <a:pPr marL="0" indent="0">
              <a:buNone/>
            </a:pPr>
            <a:r>
              <a:rPr lang="en-US" sz="1000" b="1" dirty="0">
                <a:solidFill>
                  <a:srgbClr val="1ABC9C"/>
                </a:solidFill>
                <a:latin typeface="Calibri" pitchFamily="34" charset="0"/>
                <a:ea typeface="Calibri" pitchFamily="34" charset="-122"/>
                <a:cs typeface="Calibri" pitchFamily="34" charset="-120"/>
              </a:rPr>
              <a:t>🟢 Low Risk</a:t>
            </a:r>
            <a:endParaRPr lang="en-US" sz="1000" dirty="0"/>
          </a:p>
        </p:txBody>
      </p:sp>
      <p:sp>
        <p:nvSpPr>
          <p:cNvPr id="32" name="Text 30"/>
          <p:cNvSpPr/>
          <p:nvPr/>
        </p:nvSpPr>
        <p:spPr>
          <a:xfrm>
            <a:off x="6675120" y="2295144"/>
            <a:ext cx="1920240" cy="24688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survie &gt; 36 mois</a:t>
            </a:r>
            <a:endParaRPr lang="en-US" sz="1000" dirty="0"/>
          </a:p>
        </p:txBody>
      </p:sp>
      <p:sp>
        <p:nvSpPr>
          <p:cNvPr id="33" name="Shape 31"/>
          <p:cNvSpPr/>
          <p:nvPr/>
        </p:nvSpPr>
        <p:spPr>
          <a:xfrm>
            <a:off x="4754880" y="2788920"/>
            <a:ext cx="3931920" cy="1554480"/>
          </a:xfrm>
          <a:prstGeom prst="rect">
            <a:avLst/>
          </a:prstGeom>
          <a:solidFill>
            <a:srgbClr val="0D1117"/>
          </a:solidFill>
          <a:ln/>
        </p:spPr>
        <p:txBody>
          <a:bodyPr/>
          <a:lstStyle/>
          <a:p>
            <a:endParaRPr lang="fr-MA"/>
          </a:p>
        </p:txBody>
      </p:sp>
      <p:sp>
        <p:nvSpPr>
          <p:cNvPr id="34" name="Text 32"/>
          <p:cNvSpPr/>
          <p:nvPr/>
        </p:nvSpPr>
        <p:spPr>
          <a:xfrm>
            <a:off x="4846320" y="2834640"/>
            <a:ext cx="3749040" cy="1463040"/>
          </a:xfrm>
          <a:prstGeom prst="rect">
            <a:avLst/>
          </a:prstGeom>
          <a:noFill/>
          <a:ln/>
        </p:spPr>
        <p:txBody>
          <a:bodyPr wrap="square" lIns="0" tIns="0" rIns="0" bIns="0" rtlCol="0" anchor="t"/>
          <a:lstStyle/>
          <a:p>
            <a:pPr marL="0" indent="0" algn="l">
              <a:buNone/>
            </a:pPr>
            <a:r>
              <a:rPr lang="en-US" sz="900" dirty="0">
                <a:solidFill>
                  <a:srgbClr val="98C379"/>
                </a:solidFill>
                <a:latin typeface="Courier New" pitchFamily="34" charset="0"/>
                <a:ea typeface="Courier New" pitchFamily="34" charset="-122"/>
                <a:cs typeface="Courier New" pitchFamily="34" charset="-120"/>
              </a:rPr>
              <a:t>pd.cut(</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patients["survival_months"],</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bins=[0, 12, 36, 1200],</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labels=["High Risk",</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"Medium Risk", "Low Risk"]</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545"/>
          </a:solidFill>
          <a:ln/>
        </p:spPr>
        <p:txBody>
          <a:bodyPr/>
          <a:lstStyle/>
          <a:p>
            <a:endParaRPr lang="fr-MA"/>
          </a:p>
        </p:txBody>
      </p:sp>
      <p:sp>
        <p:nvSpPr>
          <p:cNvPr id="4" name="Text 2"/>
          <p:cNvSpPr/>
          <p:nvPr/>
        </p:nvSpPr>
        <p:spPr>
          <a:xfrm>
            <a:off x="320040" y="0"/>
            <a:ext cx="8503920" cy="65836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EDA — EXPLORATION &amp; ANALYSE DES DONNÉES</a:t>
            </a:r>
            <a:endParaRPr lang="en-US" sz="1900" dirty="0"/>
          </a:p>
        </p:txBody>
      </p:sp>
      <p:sp>
        <p:nvSpPr>
          <p:cNvPr id="5" name="Shape 3"/>
          <p:cNvSpPr/>
          <p:nvPr/>
        </p:nvSpPr>
        <p:spPr>
          <a:xfrm>
            <a:off x="7589520" y="777240"/>
            <a:ext cx="1325880" cy="274320"/>
          </a:xfrm>
          <a:prstGeom prst="roundRect">
            <a:avLst>
              <a:gd name="adj" fmla="val 13333"/>
            </a:avLst>
          </a:prstGeom>
          <a:solidFill>
            <a:srgbClr val="1ABC9C"/>
          </a:solidFill>
          <a:ln/>
        </p:spPr>
        <p:txBody>
          <a:bodyPr/>
          <a:lstStyle/>
          <a:p>
            <a:endParaRPr lang="fr-MA"/>
          </a:p>
        </p:txBody>
      </p:sp>
      <p:sp>
        <p:nvSpPr>
          <p:cNvPr id="6" name="Text 4"/>
          <p:cNvSpPr/>
          <p:nvPr/>
        </p:nvSpPr>
        <p:spPr>
          <a:xfrm>
            <a:off x="7589520" y="777240"/>
            <a:ext cx="1325880"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ourier New" pitchFamily="34" charset="0"/>
                <a:ea typeface="Courier New" pitchFamily="34" charset="-122"/>
                <a:cs typeface="Courier New" pitchFamily="34" charset="-120"/>
              </a:rPr>
              <a:t>01_EDA_lung_Breast.ipynb</a:t>
            </a:r>
            <a:endParaRPr lang="en-US" sz="700" dirty="0"/>
          </a:p>
        </p:txBody>
      </p:sp>
      <p:sp>
        <p:nvSpPr>
          <p:cNvPr id="7" name="Shape 5"/>
          <p:cNvSpPr/>
          <p:nvPr/>
        </p:nvSpPr>
        <p:spPr>
          <a:xfrm>
            <a:off x="228600" y="749808"/>
            <a:ext cx="5349240" cy="21488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8" name="Shape 6"/>
          <p:cNvSpPr/>
          <p:nvPr/>
        </p:nvSpPr>
        <p:spPr>
          <a:xfrm>
            <a:off x="228600" y="749808"/>
            <a:ext cx="5349240" cy="36576"/>
          </a:xfrm>
          <a:prstGeom prst="rect">
            <a:avLst/>
          </a:prstGeom>
          <a:solidFill>
            <a:srgbClr val="2980B9"/>
          </a:solidFill>
          <a:ln/>
        </p:spPr>
        <p:txBody>
          <a:bodyPr/>
          <a:lstStyle/>
          <a:p>
            <a:endParaRPr lang="fr-MA"/>
          </a:p>
        </p:txBody>
      </p:sp>
      <p:pic>
        <p:nvPicPr>
          <p:cNvPr id="9" name="Image 0" descr="preencoded.png"/>
          <p:cNvPicPr>
            <a:picLocks noChangeAspect="1"/>
          </p:cNvPicPr>
          <p:nvPr/>
        </p:nvPicPr>
        <p:blipFill>
          <a:blip r:embed="rId3"/>
          <a:stretch>
            <a:fillRect/>
          </a:stretch>
        </p:blipFill>
        <p:spPr>
          <a:xfrm>
            <a:off x="274320" y="786384"/>
            <a:ext cx="5257800" cy="2084832"/>
          </a:xfrm>
          <a:prstGeom prst="rect">
            <a:avLst/>
          </a:prstGeom>
        </p:spPr>
      </p:pic>
      <p:sp>
        <p:nvSpPr>
          <p:cNvPr id="10" name="Shape 7"/>
          <p:cNvSpPr/>
          <p:nvPr/>
        </p:nvSpPr>
        <p:spPr>
          <a:xfrm>
            <a:off x="5715000" y="749808"/>
            <a:ext cx="3200400" cy="21488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11" name="Shape 8"/>
          <p:cNvSpPr/>
          <p:nvPr/>
        </p:nvSpPr>
        <p:spPr>
          <a:xfrm>
            <a:off x="5715000" y="749808"/>
            <a:ext cx="3200400" cy="36576"/>
          </a:xfrm>
          <a:prstGeom prst="rect">
            <a:avLst/>
          </a:prstGeom>
          <a:solidFill>
            <a:srgbClr val="2980B9"/>
          </a:solidFill>
          <a:ln/>
        </p:spPr>
        <p:txBody>
          <a:bodyPr/>
          <a:lstStyle/>
          <a:p>
            <a:endParaRPr lang="fr-MA"/>
          </a:p>
        </p:txBody>
      </p:sp>
      <p:sp>
        <p:nvSpPr>
          <p:cNvPr id="12" name="Text 9"/>
          <p:cNvSpPr/>
          <p:nvPr/>
        </p:nvSpPr>
        <p:spPr>
          <a:xfrm>
            <a:off x="5806440" y="822960"/>
            <a:ext cx="3017520" cy="347472"/>
          </a:xfrm>
          <a:prstGeom prst="rect">
            <a:avLst/>
          </a:prstGeom>
          <a:noFill/>
          <a:ln/>
        </p:spPr>
        <p:txBody>
          <a:bodyPr wrap="square" lIns="0" tIns="0" rIns="0" bIns="0" rtlCol="0" anchor="ctr"/>
          <a:lstStyle/>
          <a:p>
            <a:pPr marL="171450" indent="-171450">
              <a:buFont typeface="Wingdings" panose="05000000000000000000" pitchFamily="2" charset="2"/>
              <a:buChar char="v"/>
            </a:pPr>
            <a:r>
              <a:rPr lang="en-US" sz="1200" b="1" dirty="0">
                <a:solidFill>
                  <a:srgbClr val="1A2733"/>
                </a:solidFill>
                <a:latin typeface="Calibri" pitchFamily="34" charset="0"/>
                <a:ea typeface="Calibri" pitchFamily="34" charset="-122"/>
                <a:cs typeface="Calibri" pitchFamily="34" charset="-120"/>
              </a:rPr>
              <a:t>  Insights EDA — Âge</a:t>
            </a:r>
            <a:endParaRPr lang="en-US" sz="1200" dirty="0"/>
          </a:p>
        </p:txBody>
      </p:sp>
      <p:sp>
        <p:nvSpPr>
          <p:cNvPr id="13" name="Shape 10"/>
          <p:cNvSpPr/>
          <p:nvPr/>
        </p:nvSpPr>
        <p:spPr>
          <a:xfrm>
            <a:off x="5852160" y="1280160"/>
            <a:ext cx="128016" cy="128016"/>
          </a:xfrm>
          <a:prstGeom prst="ellipse">
            <a:avLst/>
          </a:prstGeom>
          <a:solidFill>
            <a:srgbClr val="C0392B"/>
          </a:solidFill>
          <a:ln w="12700">
            <a:solidFill>
              <a:srgbClr val="C0392B"/>
            </a:solidFill>
            <a:prstDash val="solid"/>
          </a:ln>
        </p:spPr>
        <p:txBody>
          <a:bodyPr/>
          <a:lstStyle/>
          <a:p>
            <a:endParaRPr lang="fr-MA"/>
          </a:p>
        </p:txBody>
      </p:sp>
      <p:sp>
        <p:nvSpPr>
          <p:cNvPr id="14" name="Text 11"/>
          <p:cNvSpPr/>
          <p:nvPr/>
        </p:nvSpPr>
        <p:spPr>
          <a:xfrm>
            <a:off x="6080760" y="1234440"/>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Breast : moy. 55,9 ans, pic 45–65 ans</a:t>
            </a:r>
            <a:endParaRPr lang="en-US" sz="1050" dirty="0"/>
          </a:p>
        </p:txBody>
      </p:sp>
      <p:sp>
        <p:nvSpPr>
          <p:cNvPr id="15" name="Shape 12"/>
          <p:cNvSpPr/>
          <p:nvPr/>
        </p:nvSpPr>
        <p:spPr>
          <a:xfrm>
            <a:off x="5852160" y="1627632"/>
            <a:ext cx="128016" cy="128016"/>
          </a:xfrm>
          <a:prstGeom prst="ellipse">
            <a:avLst/>
          </a:prstGeom>
          <a:solidFill>
            <a:srgbClr val="2980B9"/>
          </a:solidFill>
          <a:ln w="12700">
            <a:solidFill>
              <a:srgbClr val="2980B9"/>
            </a:solidFill>
            <a:prstDash val="solid"/>
          </a:ln>
        </p:spPr>
        <p:txBody>
          <a:bodyPr/>
          <a:lstStyle/>
          <a:p>
            <a:endParaRPr lang="fr-MA"/>
          </a:p>
        </p:txBody>
      </p:sp>
      <p:sp>
        <p:nvSpPr>
          <p:cNvPr id="16" name="Text 13"/>
          <p:cNvSpPr/>
          <p:nvPr/>
        </p:nvSpPr>
        <p:spPr>
          <a:xfrm>
            <a:off x="6080760" y="1581912"/>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Lung : moy. 62 ans, distribution plus étalée</a:t>
            </a:r>
            <a:endParaRPr lang="en-US" sz="1050" dirty="0"/>
          </a:p>
        </p:txBody>
      </p:sp>
      <p:sp>
        <p:nvSpPr>
          <p:cNvPr id="17" name="Shape 14"/>
          <p:cNvSpPr/>
          <p:nvPr/>
        </p:nvSpPr>
        <p:spPr>
          <a:xfrm>
            <a:off x="5852160" y="1975104"/>
            <a:ext cx="128016" cy="128016"/>
          </a:xfrm>
          <a:prstGeom prst="ellipse">
            <a:avLst/>
          </a:prstGeom>
          <a:solidFill>
            <a:srgbClr val="1ABC9C"/>
          </a:solidFill>
          <a:ln w="12700">
            <a:solidFill>
              <a:srgbClr val="1ABC9C"/>
            </a:solidFill>
            <a:prstDash val="solid"/>
          </a:ln>
        </p:spPr>
        <p:txBody>
          <a:bodyPr/>
          <a:lstStyle/>
          <a:p>
            <a:endParaRPr lang="fr-MA"/>
          </a:p>
        </p:txBody>
      </p:sp>
      <p:sp>
        <p:nvSpPr>
          <p:cNvPr id="18" name="Text 15"/>
          <p:cNvSpPr/>
          <p:nvPr/>
        </p:nvSpPr>
        <p:spPr>
          <a:xfrm>
            <a:off x="6080760" y="1929384"/>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Lung : patients plus âgés en moyenne (+6 ans)</a:t>
            </a:r>
            <a:endParaRPr lang="en-US" sz="1050" dirty="0"/>
          </a:p>
        </p:txBody>
      </p:sp>
      <p:sp>
        <p:nvSpPr>
          <p:cNvPr id="19" name="Shape 16"/>
          <p:cNvSpPr/>
          <p:nvPr/>
        </p:nvSpPr>
        <p:spPr>
          <a:xfrm>
            <a:off x="5852160" y="2322576"/>
            <a:ext cx="128016" cy="128016"/>
          </a:xfrm>
          <a:prstGeom prst="ellipse">
            <a:avLst/>
          </a:prstGeom>
          <a:solidFill>
            <a:srgbClr val="F39C12"/>
          </a:solidFill>
          <a:ln w="12700">
            <a:solidFill>
              <a:srgbClr val="F39C12"/>
            </a:solidFill>
            <a:prstDash val="solid"/>
          </a:ln>
        </p:spPr>
        <p:txBody>
          <a:bodyPr/>
          <a:lstStyle/>
          <a:p>
            <a:endParaRPr lang="fr-MA"/>
          </a:p>
        </p:txBody>
      </p:sp>
      <p:sp>
        <p:nvSpPr>
          <p:cNvPr id="20" name="Text 17"/>
          <p:cNvSpPr/>
          <p:nvPr/>
        </p:nvSpPr>
        <p:spPr>
          <a:xfrm>
            <a:off x="6080760" y="2276856"/>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Aucune valeur aberrante majeure détectée</a:t>
            </a:r>
            <a:endParaRPr lang="en-US" sz="1050" dirty="0"/>
          </a:p>
        </p:txBody>
      </p:sp>
      <p:sp>
        <p:nvSpPr>
          <p:cNvPr id="21" name="Shape 18"/>
          <p:cNvSpPr/>
          <p:nvPr/>
        </p:nvSpPr>
        <p:spPr>
          <a:xfrm>
            <a:off x="228600" y="3017520"/>
            <a:ext cx="534924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22" name="Shape 19"/>
          <p:cNvSpPr/>
          <p:nvPr/>
        </p:nvSpPr>
        <p:spPr>
          <a:xfrm>
            <a:off x="228600" y="3017520"/>
            <a:ext cx="5349240" cy="36576"/>
          </a:xfrm>
          <a:prstGeom prst="rect">
            <a:avLst/>
          </a:prstGeom>
          <a:solidFill>
            <a:srgbClr val="C0392B"/>
          </a:solidFill>
          <a:ln/>
        </p:spPr>
        <p:txBody>
          <a:bodyPr/>
          <a:lstStyle/>
          <a:p>
            <a:endParaRPr lang="fr-MA"/>
          </a:p>
        </p:txBody>
      </p:sp>
      <p:pic>
        <p:nvPicPr>
          <p:cNvPr id="23" name="Image 1" descr="preencoded.png"/>
          <p:cNvPicPr>
            <a:picLocks noChangeAspect="1"/>
          </p:cNvPicPr>
          <p:nvPr/>
        </p:nvPicPr>
        <p:blipFill>
          <a:blip r:embed="rId4"/>
          <a:stretch>
            <a:fillRect/>
          </a:stretch>
        </p:blipFill>
        <p:spPr>
          <a:xfrm>
            <a:off x="274320" y="3054096"/>
            <a:ext cx="5257800" cy="1856232"/>
          </a:xfrm>
          <a:prstGeom prst="rect">
            <a:avLst/>
          </a:prstGeom>
        </p:spPr>
      </p:pic>
      <p:sp>
        <p:nvSpPr>
          <p:cNvPr id="24" name="Shape 20"/>
          <p:cNvSpPr/>
          <p:nvPr/>
        </p:nvSpPr>
        <p:spPr>
          <a:xfrm>
            <a:off x="5715000" y="3017520"/>
            <a:ext cx="320040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fr-MA"/>
          </a:p>
        </p:txBody>
      </p:sp>
      <p:sp>
        <p:nvSpPr>
          <p:cNvPr id="25" name="Shape 21"/>
          <p:cNvSpPr/>
          <p:nvPr/>
        </p:nvSpPr>
        <p:spPr>
          <a:xfrm>
            <a:off x="5715000" y="3017520"/>
            <a:ext cx="3200400" cy="36576"/>
          </a:xfrm>
          <a:prstGeom prst="rect">
            <a:avLst/>
          </a:prstGeom>
          <a:solidFill>
            <a:srgbClr val="C0392B"/>
          </a:solidFill>
          <a:ln/>
        </p:spPr>
        <p:txBody>
          <a:bodyPr/>
          <a:lstStyle/>
          <a:p>
            <a:endParaRPr lang="fr-MA"/>
          </a:p>
        </p:txBody>
      </p:sp>
      <p:sp>
        <p:nvSpPr>
          <p:cNvPr id="26" name="Text 22"/>
          <p:cNvSpPr/>
          <p:nvPr/>
        </p:nvSpPr>
        <p:spPr>
          <a:xfrm>
            <a:off x="5806440" y="3090672"/>
            <a:ext cx="3017520" cy="347472"/>
          </a:xfrm>
          <a:prstGeom prst="rect">
            <a:avLst/>
          </a:prstGeom>
          <a:noFill/>
          <a:ln/>
        </p:spPr>
        <p:txBody>
          <a:bodyPr wrap="square" lIns="0" tIns="0" rIns="0" bIns="0" rtlCol="0" anchor="ctr"/>
          <a:lstStyle/>
          <a:p>
            <a:pPr marL="171450" indent="-171450">
              <a:buFont typeface="Wingdings" panose="05000000000000000000" pitchFamily="2" charset="2"/>
              <a:buChar char="v"/>
            </a:pPr>
            <a:r>
              <a:rPr lang="en-US" sz="1200" b="1" dirty="0">
                <a:solidFill>
                  <a:srgbClr val="1A2733"/>
                </a:solidFill>
                <a:latin typeface="Calibri" pitchFamily="34" charset="0"/>
                <a:ea typeface="Calibri" pitchFamily="34" charset="-122"/>
                <a:cs typeface="Calibri" pitchFamily="34" charset="-120"/>
              </a:rPr>
              <a:t>  Insights EDA — Survie</a:t>
            </a:r>
            <a:endParaRPr lang="en-US" sz="1200" dirty="0"/>
          </a:p>
        </p:txBody>
      </p:sp>
      <p:sp>
        <p:nvSpPr>
          <p:cNvPr id="27" name="Shape 23"/>
          <p:cNvSpPr/>
          <p:nvPr/>
        </p:nvSpPr>
        <p:spPr>
          <a:xfrm>
            <a:off x="5852160" y="3547872"/>
            <a:ext cx="128016" cy="128016"/>
          </a:xfrm>
          <a:prstGeom prst="ellipse">
            <a:avLst/>
          </a:prstGeom>
          <a:solidFill>
            <a:srgbClr val="C0392B"/>
          </a:solidFill>
          <a:ln w="12700">
            <a:solidFill>
              <a:srgbClr val="C0392B"/>
            </a:solidFill>
            <a:prstDash val="solid"/>
          </a:ln>
        </p:spPr>
        <p:txBody>
          <a:bodyPr/>
          <a:lstStyle/>
          <a:p>
            <a:endParaRPr lang="fr-MA"/>
          </a:p>
        </p:txBody>
      </p:sp>
      <p:sp>
        <p:nvSpPr>
          <p:cNvPr id="28" name="Text 24"/>
          <p:cNvSpPr/>
          <p:nvPr/>
        </p:nvSpPr>
        <p:spPr>
          <a:xfrm>
            <a:off x="6080760" y="3502152"/>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Breast : mortalité 15,3% — bon pronostic</a:t>
            </a:r>
            <a:endParaRPr lang="en-US" sz="1050" dirty="0"/>
          </a:p>
        </p:txBody>
      </p:sp>
      <p:sp>
        <p:nvSpPr>
          <p:cNvPr id="29" name="Shape 25"/>
          <p:cNvSpPr/>
          <p:nvPr/>
        </p:nvSpPr>
        <p:spPr>
          <a:xfrm>
            <a:off x="5852160" y="3886200"/>
            <a:ext cx="128016" cy="128016"/>
          </a:xfrm>
          <a:prstGeom prst="ellipse">
            <a:avLst/>
          </a:prstGeom>
          <a:solidFill>
            <a:srgbClr val="2980B9"/>
          </a:solidFill>
          <a:ln w="12700">
            <a:solidFill>
              <a:srgbClr val="2980B9"/>
            </a:solidFill>
            <a:prstDash val="solid"/>
          </a:ln>
        </p:spPr>
        <p:txBody>
          <a:bodyPr/>
          <a:lstStyle/>
          <a:p>
            <a:endParaRPr lang="fr-MA"/>
          </a:p>
        </p:txBody>
      </p:sp>
      <p:sp>
        <p:nvSpPr>
          <p:cNvPr id="30" name="Text 26"/>
          <p:cNvSpPr/>
          <p:nvPr/>
        </p:nvSpPr>
        <p:spPr>
          <a:xfrm>
            <a:off x="6080760" y="3840480"/>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Lung : mortalité 70,7% — pronostic sévère</a:t>
            </a:r>
            <a:endParaRPr lang="en-US" sz="1050" dirty="0"/>
          </a:p>
        </p:txBody>
      </p:sp>
      <p:sp>
        <p:nvSpPr>
          <p:cNvPr id="31" name="Shape 27"/>
          <p:cNvSpPr/>
          <p:nvPr/>
        </p:nvSpPr>
        <p:spPr>
          <a:xfrm>
            <a:off x="5852160" y="4224528"/>
            <a:ext cx="128016" cy="128016"/>
          </a:xfrm>
          <a:prstGeom prst="ellipse">
            <a:avLst/>
          </a:prstGeom>
          <a:solidFill>
            <a:srgbClr val="1ABC9C"/>
          </a:solidFill>
          <a:ln w="12700">
            <a:solidFill>
              <a:srgbClr val="1ABC9C"/>
            </a:solidFill>
            <a:prstDash val="solid"/>
          </a:ln>
        </p:spPr>
        <p:txBody>
          <a:bodyPr/>
          <a:lstStyle/>
          <a:p>
            <a:endParaRPr lang="fr-MA"/>
          </a:p>
        </p:txBody>
      </p:sp>
      <p:sp>
        <p:nvSpPr>
          <p:cNvPr id="32" name="Text 28"/>
          <p:cNvSpPr/>
          <p:nvPr/>
        </p:nvSpPr>
        <p:spPr>
          <a:xfrm>
            <a:off x="6080760" y="4178808"/>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Breast : survie médiane 73 mois</a:t>
            </a:r>
            <a:endParaRPr lang="en-US" sz="1050" dirty="0"/>
          </a:p>
        </p:txBody>
      </p:sp>
      <p:sp>
        <p:nvSpPr>
          <p:cNvPr id="33" name="Shape 29"/>
          <p:cNvSpPr/>
          <p:nvPr/>
        </p:nvSpPr>
        <p:spPr>
          <a:xfrm>
            <a:off x="5852160" y="4562856"/>
            <a:ext cx="128016" cy="128016"/>
          </a:xfrm>
          <a:prstGeom prst="ellipse">
            <a:avLst/>
          </a:prstGeom>
          <a:solidFill>
            <a:srgbClr val="F39C12"/>
          </a:solidFill>
          <a:ln w="12700">
            <a:solidFill>
              <a:srgbClr val="F39C12"/>
            </a:solidFill>
            <a:prstDash val="solid"/>
          </a:ln>
        </p:spPr>
        <p:txBody>
          <a:bodyPr/>
          <a:lstStyle/>
          <a:p>
            <a:endParaRPr lang="fr-MA"/>
          </a:p>
        </p:txBody>
      </p:sp>
      <p:sp>
        <p:nvSpPr>
          <p:cNvPr id="34" name="Text 30"/>
          <p:cNvSpPr/>
          <p:nvPr/>
        </p:nvSpPr>
        <p:spPr>
          <a:xfrm>
            <a:off x="6080760" y="4517136"/>
            <a:ext cx="2743200" cy="274320"/>
          </a:xfrm>
          <a:prstGeom prst="rect">
            <a:avLst/>
          </a:prstGeom>
          <a:noFill/>
          <a:ln/>
        </p:spPr>
        <p:txBody>
          <a:bodyPr wrap="square" lIns="0" tIns="0" rIns="0" bIns="0" rtlCol="0" anchor="ctr"/>
          <a:lstStyle/>
          <a:p>
            <a:pPr marL="0" indent="0">
              <a:buNone/>
            </a:pPr>
            <a:r>
              <a:rPr lang="en-US" sz="1050" dirty="0">
                <a:solidFill>
                  <a:srgbClr val="1A2733"/>
                </a:solidFill>
                <a:latin typeface="Calibri" pitchFamily="34" charset="0"/>
                <a:ea typeface="Calibri" pitchFamily="34" charset="-122"/>
                <a:cs typeface="Calibri" pitchFamily="34" charset="-120"/>
              </a:rPr>
              <a:t>Lung : survie médiane 267 mois (données SDV)</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F39C12"/>
          </a:solidFill>
          <a:ln/>
        </p:spPr>
        <p:txBody>
          <a:bodyPr/>
          <a:lstStyle/>
          <a:p>
            <a:endParaRPr lang="fr-MA"/>
          </a:p>
        </p:txBody>
      </p:sp>
      <p:sp>
        <p:nvSpPr>
          <p:cNvPr id="3" name="Text 1"/>
          <p:cNvSpPr/>
          <p:nvPr/>
        </p:nvSpPr>
        <p:spPr>
          <a:xfrm>
            <a:off x="320040" y="228600"/>
            <a:ext cx="85039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             MODÉLISATION DES DONNÉES — Star Schema</a:t>
            </a:r>
            <a:endParaRPr lang="en-US" sz="2000" dirty="0"/>
          </a:p>
        </p:txBody>
      </p:sp>
      <p:sp>
        <p:nvSpPr>
          <p:cNvPr id="26" name="Shape 24"/>
          <p:cNvSpPr/>
          <p:nvPr/>
        </p:nvSpPr>
        <p:spPr>
          <a:xfrm>
            <a:off x="320040" y="4572000"/>
            <a:ext cx="8503920" cy="411480"/>
          </a:xfrm>
          <a:prstGeom prst="rect">
            <a:avLst/>
          </a:prstGeom>
          <a:solidFill>
            <a:srgbClr val="1A3A6B"/>
          </a:solidFill>
          <a:ln/>
        </p:spPr>
        <p:txBody>
          <a:bodyPr/>
          <a:lstStyle/>
          <a:p>
            <a:endParaRPr lang="fr-MA"/>
          </a:p>
        </p:txBody>
      </p:sp>
      <p:sp>
        <p:nvSpPr>
          <p:cNvPr id="27" name="Text 25"/>
          <p:cNvSpPr/>
          <p:nvPr/>
        </p:nvSpPr>
        <p:spPr>
          <a:xfrm>
            <a:off x="411480" y="4572000"/>
            <a:ext cx="8321040" cy="411480"/>
          </a:xfrm>
          <a:prstGeom prst="rect">
            <a:avLst/>
          </a:prstGeom>
          <a:noFill/>
          <a:ln/>
        </p:spPr>
        <p:txBody>
          <a:bodyPr wrap="square" lIns="0" tIns="0" rIns="0" bIns="0" rtlCol="0" anchor="ctr"/>
          <a:lstStyle/>
          <a:p>
            <a:pPr marL="0" indent="0" algn="ctr">
              <a:buNone/>
            </a:pPr>
            <a:r>
              <a:rPr lang="en-US" sz="1000" i="1" dirty="0">
                <a:solidFill>
                  <a:srgbClr val="E8EDF2"/>
                </a:solidFill>
                <a:latin typeface="Calibri" pitchFamily="34" charset="0"/>
                <a:ea typeface="Calibri" pitchFamily="34" charset="-122"/>
                <a:cs typeface="Calibri" pitchFamily="34" charset="-120"/>
              </a:rPr>
              <a:t>Architecture : Schéma en Étoile (Star Schema)  |  1 table de faits centrale  +  4 tables périphériques</a:t>
            </a:r>
            <a:endParaRPr lang="en-US" sz="1000" dirty="0"/>
          </a:p>
        </p:txBody>
      </p:sp>
      <p:sp>
        <p:nvSpPr>
          <p:cNvPr id="45" name="Shape 4">
            <a:extLst>
              <a:ext uri="{FF2B5EF4-FFF2-40B4-BE49-F238E27FC236}">
                <a16:creationId xmlns:a16="http://schemas.microsoft.com/office/drawing/2014/main" id="{8371DCB7-96BF-31B5-D122-E57F143DA149}"/>
              </a:ext>
            </a:extLst>
          </p:cNvPr>
          <p:cNvSpPr/>
          <p:nvPr/>
        </p:nvSpPr>
        <p:spPr>
          <a:xfrm>
            <a:off x="6583680" y="264469"/>
            <a:ext cx="2377440" cy="4160520"/>
          </a:xfrm>
          <a:prstGeom prst="rect">
            <a:avLst/>
          </a:prstGeom>
          <a:solidFill>
            <a:srgbClr val="1A3A6B"/>
          </a:solidFill>
          <a:ln/>
        </p:spPr>
        <p:txBody>
          <a:bodyPr/>
          <a:lstStyle/>
          <a:p>
            <a:endParaRPr lang="fr-MA"/>
          </a:p>
        </p:txBody>
      </p:sp>
      <p:sp>
        <p:nvSpPr>
          <p:cNvPr id="46" name="Shape 5">
            <a:extLst>
              <a:ext uri="{FF2B5EF4-FFF2-40B4-BE49-F238E27FC236}">
                <a16:creationId xmlns:a16="http://schemas.microsoft.com/office/drawing/2014/main" id="{9E8218FD-94F1-C975-B12A-BB0D43A02243}"/>
              </a:ext>
            </a:extLst>
          </p:cNvPr>
          <p:cNvSpPr/>
          <p:nvPr/>
        </p:nvSpPr>
        <p:spPr>
          <a:xfrm>
            <a:off x="6583680" y="264469"/>
            <a:ext cx="2377440" cy="73152"/>
          </a:xfrm>
          <a:prstGeom prst="rect">
            <a:avLst/>
          </a:prstGeom>
          <a:solidFill>
            <a:srgbClr val="F39C12"/>
          </a:solidFill>
          <a:ln/>
        </p:spPr>
        <p:txBody>
          <a:bodyPr/>
          <a:lstStyle/>
          <a:p>
            <a:endParaRPr lang="fr-MA"/>
          </a:p>
        </p:txBody>
      </p:sp>
      <p:sp>
        <p:nvSpPr>
          <p:cNvPr id="47" name="Text 6">
            <a:extLst>
              <a:ext uri="{FF2B5EF4-FFF2-40B4-BE49-F238E27FC236}">
                <a16:creationId xmlns:a16="http://schemas.microsoft.com/office/drawing/2014/main" id="{814AAEDF-7D1A-689B-41F2-D7D1ABF30735}"/>
              </a:ext>
            </a:extLst>
          </p:cNvPr>
          <p:cNvSpPr/>
          <p:nvPr/>
        </p:nvSpPr>
        <p:spPr>
          <a:xfrm>
            <a:off x="6675120" y="383341"/>
            <a:ext cx="2194560" cy="320040"/>
          </a:xfrm>
          <a:prstGeom prst="rect">
            <a:avLst/>
          </a:prstGeom>
          <a:noFill/>
          <a:ln/>
        </p:spPr>
        <p:txBody>
          <a:bodyPr wrap="square" lIns="0" tIns="0" rIns="0" bIns="0" rtlCol="0" anchor="ctr"/>
          <a:lstStyle/>
          <a:p>
            <a:pPr marL="0" indent="0">
              <a:buNone/>
            </a:pPr>
            <a:r>
              <a:rPr lang="en-US" sz="1100" b="1" dirty="0">
                <a:solidFill>
                  <a:srgbClr val="F39C12"/>
                </a:solidFill>
                <a:latin typeface="Calibri" pitchFamily="34" charset="0"/>
                <a:ea typeface="Calibri" pitchFamily="34" charset="-122"/>
                <a:cs typeface="Calibri" pitchFamily="34" charset="-120"/>
              </a:rPr>
              <a:t>Tables</a:t>
            </a:r>
            <a:endParaRPr lang="en-US" sz="1100" dirty="0"/>
          </a:p>
        </p:txBody>
      </p:sp>
      <p:sp>
        <p:nvSpPr>
          <p:cNvPr id="48" name="Shape 7">
            <a:extLst>
              <a:ext uri="{FF2B5EF4-FFF2-40B4-BE49-F238E27FC236}">
                <a16:creationId xmlns:a16="http://schemas.microsoft.com/office/drawing/2014/main" id="{3FB1156A-C080-8005-6EC3-F5698D675850}"/>
              </a:ext>
            </a:extLst>
          </p:cNvPr>
          <p:cNvSpPr/>
          <p:nvPr/>
        </p:nvSpPr>
        <p:spPr>
          <a:xfrm>
            <a:off x="6675120" y="749101"/>
            <a:ext cx="64008" cy="274320"/>
          </a:xfrm>
          <a:prstGeom prst="rect">
            <a:avLst/>
          </a:prstGeom>
          <a:solidFill>
            <a:srgbClr val="2980B9"/>
          </a:solidFill>
          <a:ln/>
        </p:spPr>
        <p:txBody>
          <a:bodyPr/>
          <a:lstStyle/>
          <a:p>
            <a:endParaRPr lang="fr-MA"/>
          </a:p>
        </p:txBody>
      </p:sp>
      <p:sp>
        <p:nvSpPr>
          <p:cNvPr id="49" name="Text 8">
            <a:extLst>
              <a:ext uri="{FF2B5EF4-FFF2-40B4-BE49-F238E27FC236}">
                <a16:creationId xmlns:a16="http://schemas.microsoft.com/office/drawing/2014/main" id="{88CF14AD-7774-CE9B-B1CE-36CA8CDD5131}"/>
              </a:ext>
            </a:extLst>
          </p:cNvPr>
          <p:cNvSpPr/>
          <p:nvPr/>
        </p:nvSpPr>
        <p:spPr>
          <a:xfrm>
            <a:off x="6812280" y="749101"/>
            <a:ext cx="2011680" cy="27432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dim_patients</a:t>
            </a:r>
            <a:endParaRPr lang="en-US" sz="950" dirty="0"/>
          </a:p>
        </p:txBody>
      </p:sp>
      <p:sp>
        <p:nvSpPr>
          <p:cNvPr id="50" name="Shape 9">
            <a:extLst>
              <a:ext uri="{FF2B5EF4-FFF2-40B4-BE49-F238E27FC236}">
                <a16:creationId xmlns:a16="http://schemas.microsoft.com/office/drawing/2014/main" id="{D780FDEB-217C-49CB-93F7-FACA29BA0CA1}"/>
              </a:ext>
            </a:extLst>
          </p:cNvPr>
          <p:cNvSpPr/>
          <p:nvPr/>
        </p:nvSpPr>
        <p:spPr>
          <a:xfrm>
            <a:off x="6675120" y="1178869"/>
            <a:ext cx="64008" cy="274320"/>
          </a:xfrm>
          <a:prstGeom prst="rect">
            <a:avLst/>
          </a:prstGeom>
          <a:solidFill>
            <a:srgbClr val="8E44AD"/>
          </a:solidFill>
          <a:ln/>
        </p:spPr>
        <p:txBody>
          <a:bodyPr/>
          <a:lstStyle/>
          <a:p>
            <a:endParaRPr lang="fr-MA"/>
          </a:p>
        </p:txBody>
      </p:sp>
      <p:sp>
        <p:nvSpPr>
          <p:cNvPr id="51" name="Text 10">
            <a:extLst>
              <a:ext uri="{FF2B5EF4-FFF2-40B4-BE49-F238E27FC236}">
                <a16:creationId xmlns:a16="http://schemas.microsoft.com/office/drawing/2014/main" id="{7EE78FB6-58F3-160F-C1F8-D9C40EB8824A}"/>
              </a:ext>
            </a:extLst>
          </p:cNvPr>
          <p:cNvSpPr/>
          <p:nvPr/>
        </p:nvSpPr>
        <p:spPr>
          <a:xfrm>
            <a:off x="6812280" y="1178869"/>
            <a:ext cx="2011680" cy="27432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dim_biomarkers</a:t>
            </a:r>
            <a:endParaRPr lang="en-US" sz="950" dirty="0"/>
          </a:p>
        </p:txBody>
      </p:sp>
      <p:sp>
        <p:nvSpPr>
          <p:cNvPr id="52" name="Shape 11">
            <a:extLst>
              <a:ext uri="{FF2B5EF4-FFF2-40B4-BE49-F238E27FC236}">
                <a16:creationId xmlns:a16="http://schemas.microsoft.com/office/drawing/2014/main" id="{3F63DD6D-864D-9EA8-2145-B69E8FD1AD0F}"/>
              </a:ext>
            </a:extLst>
          </p:cNvPr>
          <p:cNvSpPr/>
          <p:nvPr/>
        </p:nvSpPr>
        <p:spPr>
          <a:xfrm>
            <a:off x="6675120" y="1608637"/>
            <a:ext cx="64008" cy="274320"/>
          </a:xfrm>
          <a:prstGeom prst="rect">
            <a:avLst/>
          </a:prstGeom>
          <a:solidFill>
            <a:srgbClr val="C0392B"/>
          </a:solidFill>
          <a:ln/>
        </p:spPr>
        <p:txBody>
          <a:bodyPr/>
          <a:lstStyle/>
          <a:p>
            <a:endParaRPr lang="fr-MA"/>
          </a:p>
        </p:txBody>
      </p:sp>
      <p:sp>
        <p:nvSpPr>
          <p:cNvPr id="53" name="Text 12">
            <a:extLst>
              <a:ext uri="{FF2B5EF4-FFF2-40B4-BE49-F238E27FC236}">
                <a16:creationId xmlns:a16="http://schemas.microsoft.com/office/drawing/2014/main" id="{EA4E9121-BDE5-E74C-E942-56577EE94F5C}"/>
              </a:ext>
            </a:extLst>
          </p:cNvPr>
          <p:cNvSpPr/>
          <p:nvPr/>
        </p:nvSpPr>
        <p:spPr>
          <a:xfrm>
            <a:off x="6812280" y="1608637"/>
            <a:ext cx="2011680" cy="27432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fact_clinical_outcomes</a:t>
            </a:r>
            <a:endParaRPr lang="en-US" sz="950" dirty="0"/>
          </a:p>
        </p:txBody>
      </p:sp>
      <p:sp>
        <p:nvSpPr>
          <p:cNvPr id="54" name="Shape 13">
            <a:extLst>
              <a:ext uri="{FF2B5EF4-FFF2-40B4-BE49-F238E27FC236}">
                <a16:creationId xmlns:a16="http://schemas.microsoft.com/office/drawing/2014/main" id="{4D597BDC-F2E0-8AAD-BC71-FC7AC4F9A448}"/>
              </a:ext>
            </a:extLst>
          </p:cNvPr>
          <p:cNvSpPr/>
          <p:nvPr/>
        </p:nvSpPr>
        <p:spPr>
          <a:xfrm>
            <a:off x="6675120" y="2038405"/>
            <a:ext cx="64008" cy="274320"/>
          </a:xfrm>
          <a:prstGeom prst="rect">
            <a:avLst/>
          </a:prstGeom>
          <a:solidFill>
            <a:srgbClr val="1ABC9C"/>
          </a:solidFill>
          <a:ln/>
        </p:spPr>
        <p:txBody>
          <a:bodyPr/>
          <a:lstStyle/>
          <a:p>
            <a:endParaRPr lang="fr-MA"/>
          </a:p>
        </p:txBody>
      </p:sp>
      <p:sp>
        <p:nvSpPr>
          <p:cNvPr id="55" name="Text 14">
            <a:extLst>
              <a:ext uri="{FF2B5EF4-FFF2-40B4-BE49-F238E27FC236}">
                <a16:creationId xmlns:a16="http://schemas.microsoft.com/office/drawing/2014/main" id="{4756320C-2140-6C66-544F-F2CEFF49A57F}"/>
              </a:ext>
            </a:extLst>
          </p:cNvPr>
          <p:cNvSpPr/>
          <p:nvPr/>
        </p:nvSpPr>
        <p:spPr>
          <a:xfrm>
            <a:off x="6812280" y="2038405"/>
            <a:ext cx="2011680" cy="27432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fact_patient_biomarkers</a:t>
            </a:r>
            <a:endParaRPr lang="en-US" sz="950" dirty="0"/>
          </a:p>
        </p:txBody>
      </p:sp>
      <p:sp>
        <p:nvSpPr>
          <p:cNvPr id="56" name="Shape 15">
            <a:extLst>
              <a:ext uri="{FF2B5EF4-FFF2-40B4-BE49-F238E27FC236}">
                <a16:creationId xmlns:a16="http://schemas.microsoft.com/office/drawing/2014/main" id="{0B862310-960D-E448-8CB3-BF8DA1C6FCCF}"/>
              </a:ext>
            </a:extLst>
          </p:cNvPr>
          <p:cNvSpPr/>
          <p:nvPr/>
        </p:nvSpPr>
        <p:spPr>
          <a:xfrm>
            <a:off x="6675120" y="2468173"/>
            <a:ext cx="64008" cy="274320"/>
          </a:xfrm>
          <a:prstGeom prst="rect">
            <a:avLst/>
          </a:prstGeom>
          <a:solidFill>
            <a:srgbClr val="F39C12"/>
          </a:solidFill>
          <a:ln/>
        </p:spPr>
        <p:txBody>
          <a:bodyPr/>
          <a:lstStyle/>
          <a:p>
            <a:endParaRPr lang="fr-MA"/>
          </a:p>
        </p:txBody>
      </p:sp>
      <p:sp>
        <p:nvSpPr>
          <p:cNvPr id="57" name="Text 16">
            <a:extLst>
              <a:ext uri="{FF2B5EF4-FFF2-40B4-BE49-F238E27FC236}">
                <a16:creationId xmlns:a16="http://schemas.microsoft.com/office/drawing/2014/main" id="{5C260350-C57C-BCD5-684D-EF17B4724FD1}"/>
              </a:ext>
            </a:extLst>
          </p:cNvPr>
          <p:cNvSpPr/>
          <p:nvPr/>
        </p:nvSpPr>
        <p:spPr>
          <a:xfrm>
            <a:off x="6812280" y="2468173"/>
            <a:ext cx="2011680" cy="27432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fact_kpis</a:t>
            </a:r>
            <a:endParaRPr lang="en-US" sz="950" dirty="0"/>
          </a:p>
        </p:txBody>
      </p:sp>
      <p:sp>
        <p:nvSpPr>
          <p:cNvPr id="58" name="Shape 17">
            <a:extLst>
              <a:ext uri="{FF2B5EF4-FFF2-40B4-BE49-F238E27FC236}">
                <a16:creationId xmlns:a16="http://schemas.microsoft.com/office/drawing/2014/main" id="{61B4F918-C9DA-CD9C-76B4-CF0E9CDDF131}"/>
              </a:ext>
            </a:extLst>
          </p:cNvPr>
          <p:cNvSpPr/>
          <p:nvPr/>
        </p:nvSpPr>
        <p:spPr>
          <a:xfrm>
            <a:off x="6675120" y="2897941"/>
            <a:ext cx="64008" cy="274320"/>
          </a:xfrm>
          <a:prstGeom prst="rect">
            <a:avLst/>
          </a:prstGeom>
          <a:solidFill>
            <a:srgbClr val="8B9BAE"/>
          </a:solidFill>
          <a:ln/>
        </p:spPr>
        <p:txBody>
          <a:bodyPr/>
          <a:lstStyle/>
          <a:p>
            <a:endParaRPr lang="fr-MA"/>
          </a:p>
        </p:txBody>
      </p:sp>
      <p:sp>
        <p:nvSpPr>
          <p:cNvPr id="59" name="Text 18">
            <a:extLst>
              <a:ext uri="{FF2B5EF4-FFF2-40B4-BE49-F238E27FC236}">
                <a16:creationId xmlns:a16="http://schemas.microsoft.com/office/drawing/2014/main" id="{682A2FAF-BB7C-E409-E53B-156693C80BF4}"/>
              </a:ext>
            </a:extLst>
          </p:cNvPr>
          <p:cNvSpPr/>
          <p:nvPr/>
        </p:nvSpPr>
        <p:spPr>
          <a:xfrm>
            <a:off x="6812280" y="2897941"/>
            <a:ext cx="2011680" cy="274320"/>
          </a:xfrm>
          <a:prstGeom prst="rect">
            <a:avLst/>
          </a:prstGeom>
          <a:noFill/>
          <a:ln/>
        </p:spPr>
        <p:txBody>
          <a:bodyPr wrap="square" lIns="0" tIns="0" rIns="0" bIns="0" rtlCol="0" anchor="ctr"/>
          <a:lstStyle/>
          <a:p>
            <a:pPr marL="0" indent="0">
              <a:buNone/>
            </a:pPr>
            <a:r>
              <a:rPr lang="en-US" sz="950" dirty="0">
                <a:solidFill>
                  <a:srgbClr val="E8EDF2"/>
                </a:solidFill>
                <a:latin typeface="Calibri" pitchFamily="34" charset="0"/>
                <a:ea typeface="Calibri" pitchFamily="34" charset="-122"/>
                <a:cs typeface="Calibri" pitchFamily="34" charset="-120"/>
              </a:rPr>
              <a:t>Mesures_DAX</a:t>
            </a:r>
            <a:endParaRPr lang="en-US" sz="950" dirty="0"/>
          </a:p>
        </p:txBody>
      </p:sp>
      <p:sp>
        <p:nvSpPr>
          <p:cNvPr id="60" name="Text 19">
            <a:extLst>
              <a:ext uri="{FF2B5EF4-FFF2-40B4-BE49-F238E27FC236}">
                <a16:creationId xmlns:a16="http://schemas.microsoft.com/office/drawing/2014/main" id="{3DE8B40D-6929-7FEC-6C91-5CE66CC8BFC0}"/>
              </a:ext>
            </a:extLst>
          </p:cNvPr>
          <p:cNvSpPr/>
          <p:nvPr/>
        </p:nvSpPr>
        <p:spPr>
          <a:xfrm>
            <a:off x="6675120" y="3355141"/>
            <a:ext cx="2194560" cy="274320"/>
          </a:xfrm>
          <a:prstGeom prst="rect">
            <a:avLst/>
          </a:prstGeom>
          <a:noFill/>
          <a:ln/>
        </p:spPr>
        <p:txBody>
          <a:bodyPr wrap="square" lIns="0" tIns="0" rIns="0" bIns="0" rtlCol="0" anchor="ctr"/>
          <a:lstStyle/>
          <a:p>
            <a:pPr marL="0" indent="0">
              <a:buNone/>
            </a:pPr>
            <a:r>
              <a:rPr lang="en-US" sz="1000" b="1" dirty="0">
                <a:solidFill>
                  <a:srgbClr val="1ABC9C"/>
                </a:solidFill>
                <a:latin typeface="Calibri" pitchFamily="34" charset="0"/>
                <a:ea typeface="Calibri" pitchFamily="34" charset="-122"/>
                <a:cs typeface="Calibri" pitchFamily="34" charset="-120"/>
              </a:rPr>
              <a:t>Points forts</a:t>
            </a:r>
            <a:endParaRPr lang="en-US" sz="1000" dirty="0"/>
          </a:p>
        </p:txBody>
      </p:sp>
      <p:sp>
        <p:nvSpPr>
          <p:cNvPr id="61" name="Text 20">
            <a:extLst>
              <a:ext uri="{FF2B5EF4-FFF2-40B4-BE49-F238E27FC236}">
                <a16:creationId xmlns:a16="http://schemas.microsoft.com/office/drawing/2014/main" id="{F5378578-173A-C008-8792-CC196AF20374}"/>
              </a:ext>
            </a:extLst>
          </p:cNvPr>
          <p:cNvSpPr/>
          <p:nvPr/>
        </p:nvSpPr>
        <p:spPr>
          <a:xfrm>
            <a:off x="6675120" y="3629461"/>
            <a:ext cx="2194560" cy="640080"/>
          </a:xfrm>
          <a:prstGeom prst="rect">
            <a:avLst/>
          </a:prstGeom>
          <a:noFill/>
          <a:ln/>
        </p:spPr>
        <p:txBody>
          <a:bodyPr wrap="square" lIns="0" tIns="0" rIns="0" bIns="0" rtlCol="0" anchor="ctr"/>
          <a:lstStyle/>
          <a:p>
            <a:pPr marL="171450" indent="-171450">
              <a:buFont typeface="Wingdings" panose="05000000000000000000" pitchFamily="2" charset="2"/>
              <a:buChar char="Ø"/>
            </a:pPr>
            <a:r>
              <a:rPr lang="en-US" sz="900" dirty="0">
                <a:solidFill>
                  <a:srgbClr val="E8EDF2"/>
                </a:solidFill>
                <a:latin typeface="Calibri" pitchFamily="34" charset="0"/>
                <a:ea typeface="Calibri" pitchFamily="34" charset="-122"/>
                <a:cs typeface="Calibri" pitchFamily="34" charset="-120"/>
              </a:rPr>
              <a:t> Clés FK bien définies</a:t>
            </a:r>
            <a:endParaRPr lang="en-US" sz="900" dirty="0"/>
          </a:p>
          <a:p>
            <a:pPr marL="171450" indent="-171450">
              <a:buFont typeface="Wingdings" panose="05000000000000000000" pitchFamily="2" charset="2"/>
              <a:buChar char="Ø"/>
            </a:pPr>
            <a:r>
              <a:rPr lang="en-US" sz="900" dirty="0">
                <a:solidFill>
                  <a:srgbClr val="E8EDF2"/>
                </a:solidFill>
                <a:latin typeface="Calibri" pitchFamily="34" charset="0"/>
                <a:ea typeface="Calibri" pitchFamily="34" charset="-122"/>
                <a:cs typeface="Calibri" pitchFamily="34" charset="-120"/>
              </a:rPr>
              <a:t> Mesures DAX centralisées</a:t>
            </a:r>
            <a:endParaRPr lang="en-US" sz="900" dirty="0"/>
          </a:p>
          <a:p>
            <a:pPr marL="171450" indent="-171450">
              <a:buFont typeface="Wingdings" panose="05000000000000000000" pitchFamily="2" charset="2"/>
              <a:buChar char="Ø"/>
            </a:pPr>
            <a:r>
              <a:rPr lang="en-US" sz="900" dirty="0">
                <a:solidFill>
                  <a:srgbClr val="E8EDF2"/>
                </a:solidFill>
                <a:latin typeface="Calibri" pitchFamily="34" charset="0"/>
                <a:ea typeface="Calibri" pitchFamily="34" charset="-122"/>
                <a:cs typeface="Calibri" pitchFamily="34" charset="-120"/>
              </a:rPr>
              <a:t> Prêt pour Power BI</a:t>
            </a:r>
            <a:endParaRPr lang="en-US" sz="900" dirty="0"/>
          </a:p>
        </p:txBody>
      </p:sp>
      <p:pic>
        <p:nvPicPr>
          <p:cNvPr id="63" name="Image 62">
            <a:extLst>
              <a:ext uri="{FF2B5EF4-FFF2-40B4-BE49-F238E27FC236}">
                <a16:creationId xmlns:a16="http://schemas.microsoft.com/office/drawing/2014/main" id="{76FB88E2-FED4-7A89-2F32-7609AF61F6A9}"/>
              </a:ext>
            </a:extLst>
          </p:cNvPr>
          <p:cNvPicPr>
            <a:picLocks noChangeAspect="1"/>
          </p:cNvPicPr>
          <p:nvPr/>
        </p:nvPicPr>
        <p:blipFill>
          <a:blip r:embed="rId3"/>
          <a:stretch>
            <a:fillRect/>
          </a:stretch>
        </p:blipFill>
        <p:spPr>
          <a:xfrm>
            <a:off x="228600" y="886261"/>
            <a:ext cx="6263640" cy="326827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9144000" cy="658368"/>
          </a:xfrm>
          <a:prstGeom prst="rect">
            <a:avLst/>
          </a:prstGeom>
          <a:solidFill>
            <a:srgbClr val="0D2545"/>
          </a:solidFill>
          <a:ln/>
        </p:spPr>
        <p:txBody>
          <a:bodyPr/>
          <a:lstStyle/>
          <a:p>
            <a:endParaRPr lang="fr-MA"/>
          </a:p>
        </p:txBody>
      </p:sp>
      <p:sp>
        <p:nvSpPr>
          <p:cNvPr id="4" name="Text 2"/>
          <p:cNvSpPr/>
          <p:nvPr/>
        </p:nvSpPr>
        <p:spPr>
          <a:xfrm>
            <a:off x="320040" y="0"/>
            <a:ext cx="8503920" cy="658368"/>
          </a:xfrm>
          <a:prstGeom prst="rect">
            <a:avLst/>
          </a:prstGeom>
          <a:noFill/>
          <a:ln/>
        </p:spPr>
        <p:txBody>
          <a:bodyPr wrap="square" lIns="0" tIns="0" rIns="0" bIns="0" rtlCol="0" anchor="ctr"/>
          <a:lstStyle/>
          <a:p>
            <a:pPr marL="0" indent="0" algn="l">
              <a:buNone/>
            </a:pPr>
            <a:r>
              <a:rPr lang="en-US" sz="1900" b="1" dirty="0">
                <a:solidFill>
                  <a:srgbClr val="FFFFFF"/>
                </a:solidFill>
                <a:latin typeface="Calibri" pitchFamily="34" charset="0"/>
                <a:ea typeface="Calibri" pitchFamily="34" charset="-122"/>
                <a:cs typeface="Calibri" pitchFamily="34" charset="-120"/>
              </a:rPr>
              <a:t>CODE PYTHON &amp; SQL — Extraits clés du projet</a:t>
            </a:r>
            <a:endParaRPr lang="en-US" sz="1900" dirty="0"/>
          </a:p>
        </p:txBody>
      </p:sp>
      <p:sp>
        <p:nvSpPr>
          <p:cNvPr id="5" name="Shape 3"/>
          <p:cNvSpPr/>
          <p:nvPr/>
        </p:nvSpPr>
        <p:spPr>
          <a:xfrm>
            <a:off x="228600" y="777240"/>
            <a:ext cx="4160520" cy="292608"/>
          </a:xfrm>
          <a:prstGeom prst="rect">
            <a:avLst/>
          </a:prstGeom>
          <a:solidFill>
            <a:srgbClr val="21262D"/>
          </a:solidFill>
          <a:ln/>
        </p:spPr>
        <p:txBody>
          <a:bodyPr/>
          <a:lstStyle/>
          <a:p>
            <a:endParaRPr lang="fr-MA"/>
          </a:p>
        </p:txBody>
      </p:sp>
      <p:sp>
        <p:nvSpPr>
          <p:cNvPr id="6" name="Text 4"/>
          <p:cNvSpPr/>
          <p:nvPr/>
        </p:nvSpPr>
        <p:spPr>
          <a:xfrm>
            <a:off x="320040" y="777240"/>
            <a:ext cx="3977640" cy="292608"/>
          </a:xfrm>
          <a:prstGeom prst="rect">
            <a:avLst/>
          </a:prstGeom>
          <a:noFill/>
          <a:ln/>
        </p:spPr>
        <p:txBody>
          <a:bodyPr wrap="square" lIns="0" tIns="0" rIns="0" bIns="0" rtlCol="0" anchor="ctr"/>
          <a:lstStyle/>
          <a:p>
            <a:pPr marL="0" indent="0">
              <a:buNone/>
            </a:pPr>
            <a:r>
              <a:rPr lang="en-US" sz="1000" b="1" dirty="0">
                <a:solidFill>
                  <a:srgbClr val="1ABC9C"/>
                </a:solidFill>
                <a:latin typeface="Calibri" pitchFamily="34" charset="0"/>
                <a:ea typeface="Calibri" pitchFamily="34" charset="-122"/>
                <a:cs typeface="Calibri" pitchFamily="34" charset="-120"/>
              </a:rPr>
              <a:t>🐍  Python — Feature Engineering</a:t>
            </a:r>
            <a:endParaRPr lang="en-US" sz="1000" dirty="0"/>
          </a:p>
        </p:txBody>
      </p:sp>
      <p:sp>
        <p:nvSpPr>
          <p:cNvPr id="7" name="Shape 5"/>
          <p:cNvSpPr/>
          <p:nvPr/>
        </p:nvSpPr>
        <p:spPr>
          <a:xfrm>
            <a:off x="228600" y="1069848"/>
            <a:ext cx="4160520" cy="960120"/>
          </a:xfrm>
          <a:prstGeom prst="rect">
            <a:avLst/>
          </a:prstGeom>
          <a:solidFill>
            <a:srgbClr val="0D1117"/>
          </a:solidFill>
          <a:ln/>
        </p:spPr>
        <p:txBody>
          <a:bodyPr/>
          <a:lstStyle/>
          <a:p>
            <a:endParaRPr lang="fr-MA"/>
          </a:p>
        </p:txBody>
      </p:sp>
      <p:sp>
        <p:nvSpPr>
          <p:cNvPr id="8" name="Text 6"/>
          <p:cNvSpPr/>
          <p:nvPr/>
        </p:nvSpPr>
        <p:spPr>
          <a:xfrm>
            <a:off x="320040" y="1097280"/>
            <a:ext cx="3977640" cy="914400"/>
          </a:xfrm>
          <a:prstGeom prst="rect">
            <a:avLst/>
          </a:prstGeom>
          <a:noFill/>
          <a:ln/>
        </p:spPr>
        <p:txBody>
          <a:bodyPr wrap="square" lIns="0" tIns="0" rIns="0" bIns="0" rtlCol="0" anchor="t"/>
          <a:lstStyle/>
          <a:p>
            <a:pPr marL="0" indent="0" algn="l">
              <a:buNone/>
            </a:pPr>
            <a:r>
              <a:rPr lang="en-US" sz="900" dirty="0">
                <a:solidFill>
                  <a:srgbClr val="98C379"/>
                </a:solidFill>
                <a:latin typeface="Courier New" pitchFamily="34" charset="0"/>
                <a:ea typeface="Courier New" pitchFamily="34" charset="-122"/>
                <a:cs typeface="Courier New" pitchFamily="34" charset="-120"/>
              </a:rPr>
              <a:t>patients_master["risk_group"] = pd.cut(</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patients_master["survival_months"],</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bins=[0, 12, 36, 1200],</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    labels=["High Risk","Medium Risk","Low Risk"]</a:t>
            </a:r>
            <a:endParaRPr lang="en-US" sz="900" dirty="0"/>
          </a:p>
          <a:p>
            <a:pPr marL="0" indent="0" algn="l">
              <a:buNone/>
            </a:pPr>
            <a:r>
              <a:rPr lang="en-US" sz="900" dirty="0">
                <a:solidFill>
                  <a:srgbClr val="98C379"/>
                </a:solidFill>
                <a:latin typeface="Courier New" pitchFamily="34" charset="0"/>
                <a:ea typeface="Courier New" pitchFamily="34" charset="-122"/>
                <a:cs typeface="Courier New" pitchFamily="34" charset="-120"/>
              </a:rPr>
              <a:t>)</a:t>
            </a:r>
            <a:endParaRPr lang="en-US" sz="900" dirty="0"/>
          </a:p>
        </p:txBody>
      </p:sp>
      <p:sp>
        <p:nvSpPr>
          <p:cNvPr id="9" name="Shape 7"/>
          <p:cNvSpPr/>
          <p:nvPr/>
        </p:nvSpPr>
        <p:spPr>
          <a:xfrm>
            <a:off x="228600" y="2148840"/>
            <a:ext cx="4160520" cy="292608"/>
          </a:xfrm>
          <a:prstGeom prst="rect">
            <a:avLst/>
          </a:prstGeom>
          <a:solidFill>
            <a:srgbClr val="21262D"/>
          </a:solidFill>
          <a:ln/>
        </p:spPr>
        <p:txBody>
          <a:bodyPr/>
          <a:lstStyle/>
          <a:p>
            <a:endParaRPr lang="fr-MA"/>
          </a:p>
        </p:txBody>
      </p:sp>
      <p:sp>
        <p:nvSpPr>
          <p:cNvPr id="10" name="Text 8"/>
          <p:cNvSpPr/>
          <p:nvPr/>
        </p:nvSpPr>
        <p:spPr>
          <a:xfrm>
            <a:off x="320040" y="2148840"/>
            <a:ext cx="3977640" cy="292608"/>
          </a:xfrm>
          <a:prstGeom prst="rect">
            <a:avLst/>
          </a:prstGeom>
          <a:noFill/>
          <a:ln/>
        </p:spPr>
        <p:txBody>
          <a:bodyPr wrap="square" lIns="0" tIns="0" rIns="0" bIns="0"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  Python — Calcul KPI</a:t>
            </a:r>
            <a:endParaRPr lang="en-US" sz="1000" dirty="0"/>
          </a:p>
        </p:txBody>
      </p:sp>
      <p:sp>
        <p:nvSpPr>
          <p:cNvPr id="11" name="Shape 9"/>
          <p:cNvSpPr/>
          <p:nvPr/>
        </p:nvSpPr>
        <p:spPr>
          <a:xfrm>
            <a:off x="228600" y="2441448"/>
            <a:ext cx="4160520" cy="1143000"/>
          </a:xfrm>
          <a:prstGeom prst="rect">
            <a:avLst/>
          </a:prstGeom>
          <a:solidFill>
            <a:srgbClr val="0D1117"/>
          </a:solidFill>
          <a:ln/>
        </p:spPr>
        <p:txBody>
          <a:bodyPr/>
          <a:lstStyle/>
          <a:p>
            <a:endParaRPr lang="fr-MA"/>
          </a:p>
        </p:txBody>
      </p:sp>
      <p:sp>
        <p:nvSpPr>
          <p:cNvPr id="12" name="Text 10"/>
          <p:cNvSpPr/>
          <p:nvPr/>
        </p:nvSpPr>
        <p:spPr>
          <a:xfrm>
            <a:off x="320040" y="2468880"/>
            <a:ext cx="3977640" cy="1097280"/>
          </a:xfrm>
          <a:prstGeom prst="rect">
            <a:avLst/>
          </a:prstGeom>
          <a:noFill/>
          <a:ln/>
        </p:spPr>
        <p:txBody>
          <a:bodyPr wrap="square" lIns="0" tIns="0" rIns="0" bIns="0" rtlCol="0" anchor="t"/>
          <a:lstStyle/>
          <a:p>
            <a:pPr marL="0" indent="0" algn="l">
              <a:buNone/>
            </a:pPr>
            <a:r>
              <a:rPr lang="en-US" sz="850" dirty="0">
                <a:solidFill>
                  <a:srgbClr val="98C379"/>
                </a:solidFill>
                <a:latin typeface="Courier New" pitchFamily="34" charset="0"/>
                <a:ea typeface="Courier New" pitchFamily="34" charset="-122"/>
                <a:cs typeface="Courier New" pitchFamily="34" charset="-120"/>
              </a:rPr>
              <a:t>kpi = patients_master.groupby("cancer_type").agg(</a:t>
            </a:r>
            <a:endParaRPr lang="en-US" sz="850" dirty="0"/>
          </a:p>
          <a:p>
            <a:pPr marL="0" indent="0" algn="l">
              <a:buNone/>
            </a:pPr>
            <a:r>
              <a:rPr lang="en-US" sz="850" dirty="0">
                <a:solidFill>
                  <a:srgbClr val="98C379"/>
                </a:solidFill>
                <a:latin typeface="Courier New" pitchFamily="34" charset="0"/>
                <a:ea typeface="Courier New" pitchFamily="34" charset="-122"/>
                <a:cs typeface="Courier New" pitchFamily="34" charset="-120"/>
              </a:rPr>
              <a:t>    total_patients=("patient_id","count"),</a:t>
            </a:r>
            <a:endParaRPr lang="en-US" sz="850" dirty="0"/>
          </a:p>
          <a:p>
            <a:pPr marL="0" indent="0" algn="l">
              <a:buNone/>
            </a:pPr>
            <a:r>
              <a:rPr lang="en-US" sz="850" dirty="0">
                <a:solidFill>
                  <a:srgbClr val="98C379"/>
                </a:solidFill>
                <a:latin typeface="Courier New" pitchFamily="34" charset="0"/>
                <a:ea typeface="Courier New" pitchFamily="34" charset="-122"/>
                <a:cs typeface="Courier New" pitchFamily="34" charset="-120"/>
              </a:rPr>
              <a:t>    mean_age=("age","mean"),</a:t>
            </a:r>
            <a:endParaRPr lang="en-US" sz="850" dirty="0"/>
          </a:p>
          <a:p>
            <a:pPr marL="0" indent="0" algn="l">
              <a:buNone/>
            </a:pPr>
            <a:r>
              <a:rPr lang="en-US" sz="850" dirty="0">
                <a:solidFill>
                  <a:srgbClr val="98C379"/>
                </a:solidFill>
                <a:latin typeface="Courier New" pitchFamily="34" charset="0"/>
                <a:ea typeface="Courier New" pitchFamily="34" charset="-122"/>
                <a:cs typeface="Courier New" pitchFamily="34" charset="-120"/>
              </a:rPr>
              <a:t>    death_rate=("event","mean"),</a:t>
            </a:r>
            <a:endParaRPr lang="en-US" sz="850" dirty="0"/>
          </a:p>
          <a:p>
            <a:pPr marL="0" indent="0" algn="l">
              <a:buNone/>
            </a:pPr>
            <a:r>
              <a:rPr lang="en-US" sz="850" dirty="0">
                <a:solidFill>
                  <a:srgbClr val="98C379"/>
                </a:solidFill>
                <a:latin typeface="Courier New" pitchFamily="34" charset="0"/>
                <a:ea typeface="Courier New" pitchFamily="34" charset="-122"/>
                <a:cs typeface="Courier New" pitchFamily="34" charset="-120"/>
              </a:rPr>
              <a:t>    mean_survival=("survival_months","mean"),</a:t>
            </a:r>
            <a:endParaRPr lang="en-US" sz="850" dirty="0"/>
          </a:p>
          <a:p>
            <a:pPr marL="0" indent="0" algn="l">
              <a:buNone/>
            </a:pPr>
            <a:r>
              <a:rPr lang="en-US" sz="850" dirty="0">
                <a:solidFill>
                  <a:srgbClr val="98C379"/>
                </a:solidFill>
                <a:latin typeface="Courier New" pitchFamily="34" charset="0"/>
                <a:ea typeface="Courier New" pitchFamily="34" charset="-122"/>
                <a:cs typeface="Courier New" pitchFamily="34" charset="-120"/>
              </a:rPr>
              <a:t>    median_survival=("survival_months","median")</a:t>
            </a:r>
            <a:endParaRPr lang="en-US" sz="850" dirty="0"/>
          </a:p>
          <a:p>
            <a:pPr marL="0" indent="0" algn="l">
              <a:buNone/>
            </a:pPr>
            <a:r>
              <a:rPr lang="en-US" sz="850" dirty="0">
                <a:solidFill>
                  <a:srgbClr val="98C379"/>
                </a:solidFill>
                <a:latin typeface="Courier New" pitchFamily="34" charset="0"/>
                <a:ea typeface="Courier New" pitchFamily="34" charset="-122"/>
                <a:cs typeface="Courier New" pitchFamily="34" charset="-120"/>
              </a:rPr>
              <a:t>).reset_index()</a:t>
            </a:r>
            <a:endParaRPr lang="en-US" sz="850" dirty="0"/>
          </a:p>
        </p:txBody>
      </p:sp>
      <p:sp>
        <p:nvSpPr>
          <p:cNvPr id="13" name="Shape 11"/>
          <p:cNvSpPr/>
          <p:nvPr/>
        </p:nvSpPr>
        <p:spPr>
          <a:xfrm>
            <a:off x="228600" y="3703320"/>
            <a:ext cx="4160520" cy="292608"/>
          </a:xfrm>
          <a:prstGeom prst="rect">
            <a:avLst/>
          </a:prstGeom>
          <a:solidFill>
            <a:srgbClr val="21262D"/>
          </a:solidFill>
          <a:ln/>
        </p:spPr>
        <p:txBody>
          <a:bodyPr/>
          <a:lstStyle/>
          <a:p>
            <a:endParaRPr lang="fr-MA"/>
          </a:p>
        </p:txBody>
      </p:sp>
      <p:sp>
        <p:nvSpPr>
          <p:cNvPr id="14" name="Text 12"/>
          <p:cNvSpPr/>
          <p:nvPr/>
        </p:nvSpPr>
        <p:spPr>
          <a:xfrm>
            <a:off x="320040" y="3703320"/>
            <a:ext cx="3977640" cy="292608"/>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Python — Encodage Event</a:t>
            </a:r>
            <a:endParaRPr lang="en-US" sz="1000" dirty="0"/>
          </a:p>
        </p:txBody>
      </p:sp>
      <p:sp>
        <p:nvSpPr>
          <p:cNvPr id="15" name="Shape 13"/>
          <p:cNvSpPr/>
          <p:nvPr/>
        </p:nvSpPr>
        <p:spPr>
          <a:xfrm>
            <a:off x="228600" y="3995928"/>
            <a:ext cx="4160520" cy="868680"/>
          </a:xfrm>
          <a:prstGeom prst="rect">
            <a:avLst/>
          </a:prstGeom>
          <a:solidFill>
            <a:srgbClr val="0D1117"/>
          </a:solidFill>
          <a:ln/>
        </p:spPr>
        <p:txBody>
          <a:bodyPr/>
          <a:lstStyle/>
          <a:p>
            <a:endParaRPr lang="fr-MA"/>
          </a:p>
        </p:txBody>
      </p:sp>
      <p:sp>
        <p:nvSpPr>
          <p:cNvPr id="16" name="Text 14"/>
          <p:cNvSpPr/>
          <p:nvPr/>
        </p:nvSpPr>
        <p:spPr>
          <a:xfrm>
            <a:off x="320040" y="4023360"/>
            <a:ext cx="3977640" cy="822960"/>
          </a:xfrm>
          <a:prstGeom prst="rect">
            <a:avLst/>
          </a:prstGeom>
          <a:noFill/>
          <a:ln/>
        </p:spPr>
        <p:txBody>
          <a:bodyPr wrap="square" lIns="0" tIns="0" rIns="0" bIns="0" rtlCol="0" anchor="t"/>
          <a:lstStyle/>
          <a:p>
            <a:pPr marL="0" indent="0" algn="l">
              <a:buNone/>
            </a:pPr>
            <a:r>
              <a:rPr lang="en-US" sz="950" dirty="0">
                <a:solidFill>
                  <a:srgbClr val="98C379"/>
                </a:solidFill>
                <a:latin typeface="Courier New" pitchFamily="34" charset="0"/>
                <a:ea typeface="Courier New" pitchFamily="34" charset="-122"/>
                <a:cs typeface="Courier New" pitchFamily="34" charset="-120"/>
              </a:rPr>
              <a:t>breast["event"] = breast["event"].map({</a:t>
            </a:r>
            <a:endParaRPr lang="en-US" sz="950" dirty="0"/>
          </a:p>
          <a:p>
            <a:pPr marL="0" indent="0" algn="l">
              <a:buNone/>
            </a:pPr>
            <a:r>
              <a:rPr lang="en-US" sz="950" dirty="0">
                <a:solidFill>
                  <a:srgbClr val="98C379"/>
                </a:solidFill>
                <a:latin typeface="Courier New" pitchFamily="34" charset="0"/>
                <a:ea typeface="Courier New" pitchFamily="34" charset="-122"/>
                <a:cs typeface="Courier New" pitchFamily="34" charset="-120"/>
              </a:rPr>
              <a:t>    "Alive": 0,</a:t>
            </a:r>
            <a:endParaRPr lang="en-US" sz="950" dirty="0"/>
          </a:p>
          <a:p>
            <a:pPr marL="0" indent="0" algn="l">
              <a:buNone/>
            </a:pPr>
            <a:r>
              <a:rPr lang="en-US" sz="950" dirty="0">
                <a:solidFill>
                  <a:srgbClr val="98C379"/>
                </a:solidFill>
                <a:latin typeface="Courier New" pitchFamily="34" charset="0"/>
                <a:ea typeface="Courier New" pitchFamily="34" charset="-122"/>
                <a:cs typeface="Courier New" pitchFamily="34" charset="-120"/>
              </a:rPr>
              <a:t>    "Dead":  1</a:t>
            </a:r>
            <a:endParaRPr lang="en-US" sz="950" dirty="0"/>
          </a:p>
          <a:p>
            <a:pPr marL="0" indent="0" algn="l">
              <a:buNone/>
            </a:pPr>
            <a:r>
              <a:rPr lang="en-US" sz="950" dirty="0">
                <a:solidFill>
                  <a:srgbClr val="98C379"/>
                </a:solidFill>
                <a:latin typeface="Courier New" pitchFamily="34" charset="0"/>
                <a:ea typeface="Courier New" pitchFamily="34" charset="-122"/>
                <a:cs typeface="Courier New" pitchFamily="34" charset="-120"/>
              </a:rPr>
              <a:t>})</a:t>
            </a:r>
            <a:endParaRPr lang="en-US" sz="950" dirty="0"/>
          </a:p>
        </p:txBody>
      </p:sp>
      <p:sp>
        <p:nvSpPr>
          <p:cNvPr id="17" name="Shape 15"/>
          <p:cNvSpPr/>
          <p:nvPr/>
        </p:nvSpPr>
        <p:spPr>
          <a:xfrm>
            <a:off x="4663440" y="651882"/>
            <a:ext cx="4251960" cy="292608"/>
          </a:xfrm>
          <a:prstGeom prst="rect">
            <a:avLst/>
          </a:prstGeom>
          <a:solidFill>
            <a:srgbClr val="21262D"/>
          </a:solidFill>
          <a:ln/>
        </p:spPr>
        <p:txBody>
          <a:bodyPr/>
          <a:lstStyle/>
          <a:p>
            <a:endParaRPr lang="fr-MA"/>
          </a:p>
        </p:txBody>
      </p:sp>
      <p:sp>
        <p:nvSpPr>
          <p:cNvPr id="18" name="Text 16"/>
          <p:cNvSpPr/>
          <p:nvPr/>
        </p:nvSpPr>
        <p:spPr>
          <a:xfrm>
            <a:off x="4754880" y="688752"/>
            <a:ext cx="4069080" cy="292608"/>
          </a:xfrm>
          <a:prstGeom prst="rect">
            <a:avLst/>
          </a:prstGeom>
          <a:noFill/>
          <a:ln/>
        </p:spPr>
        <p:txBody>
          <a:bodyPr wrap="square" lIns="0" tIns="0" rIns="0" bIns="0" rtlCol="0" anchor="ctr"/>
          <a:lstStyle/>
          <a:p>
            <a:pPr marL="0" indent="0">
              <a:buNone/>
            </a:pPr>
            <a:r>
              <a:rPr lang="en-US" sz="1000" b="1" dirty="0">
                <a:solidFill>
                  <a:srgbClr val="2980B9"/>
                </a:solidFill>
                <a:latin typeface="Calibri" pitchFamily="34" charset="0"/>
                <a:ea typeface="Calibri" pitchFamily="34" charset="-122"/>
                <a:cs typeface="Calibri" pitchFamily="34" charset="-120"/>
              </a:rPr>
              <a:t>🗄️  SQL — Création Tables PostgreSQL</a:t>
            </a:r>
            <a:endParaRPr lang="en-US" sz="1000" dirty="0"/>
          </a:p>
        </p:txBody>
      </p:sp>
      <p:sp>
        <p:nvSpPr>
          <p:cNvPr id="19" name="Shape 17"/>
          <p:cNvSpPr/>
          <p:nvPr/>
        </p:nvSpPr>
        <p:spPr>
          <a:xfrm>
            <a:off x="4663440" y="944490"/>
            <a:ext cx="4251960" cy="2037636"/>
          </a:xfrm>
          <a:prstGeom prst="rect">
            <a:avLst/>
          </a:prstGeom>
          <a:solidFill>
            <a:srgbClr val="0D1117"/>
          </a:solidFill>
          <a:ln/>
        </p:spPr>
        <p:txBody>
          <a:bodyPr/>
          <a:lstStyle/>
          <a:p>
            <a:endParaRPr lang="fr-MA"/>
          </a:p>
        </p:txBody>
      </p:sp>
      <p:sp>
        <p:nvSpPr>
          <p:cNvPr id="20" name="Text 18"/>
          <p:cNvSpPr/>
          <p:nvPr/>
        </p:nvSpPr>
        <p:spPr>
          <a:xfrm>
            <a:off x="4754880" y="971922"/>
            <a:ext cx="4069080" cy="1691640"/>
          </a:xfrm>
          <a:prstGeom prst="rect">
            <a:avLst/>
          </a:prstGeom>
          <a:noFill/>
          <a:ln/>
        </p:spPr>
        <p:txBody>
          <a:bodyPr wrap="square" lIns="0" tIns="0" rIns="0" bIns="0" rtlCol="0" anchor="t"/>
          <a:lstStyle/>
          <a:p>
            <a:pPr marL="0" indent="0" algn="l">
              <a:buNone/>
            </a:pPr>
            <a:r>
              <a:rPr lang="en-US" sz="800" dirty="0">
                <a:solidFill>
                  <a:srgbClr val="79B8FF"/>
                </a:solidFill>
                <a:latin typeface="Courier New" pitchFamily="34" charset="0"/>
                <a:ea typeface="Courier New" pitchFamily="34" charset="-122"/>
                <a:cs typeface="Courier New" pitchFamily="34" charset="-120"/>
              </a:rPr>
              <a:t>CREATE TABLE dim_patients (</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patient_id INT PRIMARY KEY,</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age        NUMERIC,</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sex        VARCHAR(10),</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cancer_type VARCHAR(50),</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risk_group  VARCHAR(50)</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a:t>
            </a:r>
            <a:endParaRPr lang="en-US" sz="800" dirty="0"/>
          </a:p>
          <a:p>
            <a:pPr marL="0" indent="0" algn="l">
              <a:buNone/>
            </a:pP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CREATE TABLE fact_clinical_outcomes (</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outcome_id SERIAL PRIMARY KEY,</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patient_id INT NOT NULL,</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survival_months NUMERIC,</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event INT, stage VARCHAR(50),</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FOREIGN KEY (patient_id)</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      REFERENCES dim_patients(patient_id)</a:t>
            </a:r>
            <a:endParaRPr lang="en-US" sz="800" dirty="0"/>
          </a:p>
          <a:p>
            <a:pPr marL="0" indent="0" algn="l">
              <a:buNone/>
            </a:pPr>
            <a:r>
              <a:rPr lang="en-US" sz="800" dirty="0">
                <a:solidFill>
                  <a:srgbClr val="79B8FF"/>
                </a:solidFill>
                <a:latin typeface="Courier New" pitchFamily="34" charset="0"/>
                <a:ea typeface="Courier New" pitchFamily="34" charset="-122"/>
                <a:cs typeface="Courier New" pitchFamily="34" charset="-120"/>
              </a:rPr>
              <a:t>);</a:t>
            </a:r>
            <a:endParaRPr lang="en-US" sz="800" dirty="0"/>
          </a:p>
        </p:txBody>
      </p:sp>
      <p:sp>
        <p:nvSpPr>
          <p:cNvPr id="21" name="Shape 19"/>
          <p:cNvSpPr/>
          <p:nvPr/>
        </p:nvSpPr>
        <p:spPr>
          <a:xfrm>
            <a:off x="4663440" y="3007194"/>
            <a:ext cx="4251960" cy="292608"/>
          </a:xfrm>
          <a:prstGeom prst="rect">
            <a:avLst/>
          </a:prstGeom>
          <a:solidFill>
            <a:srgbClr val="21262D"/>
          </a:solidFill>
          <a:ln/>
        </p:spPr>
        <p:txBody>
          <a:bodyPr/>
          <a:lstStyle/>
          <a:p>
            <a:endParaRPr lang="fr-MA"/>
          </a:p>
        </p:txBody>
      </p:sp>
      <p:sp>
        <p:nvSpPr>
          <p:cNvPr id="22" name="Text 20"/>
          <p:cNvSpPr/>
          <p:nvPr/>
        </p:nvSpPr>
        <p:spPr>
          <a:xfrm>
            <a:off x="4754880" y="3014568"/>
            <a:ext cx="4069080" cy="292608"/>
          </a:xfrm>
          <a:prstGeom prst="rect">
            <a:avLst/>
          </a:prstGeom>
          <a:noFill/>
          <a:ln/>
        </p:spPr>
        <p:txBody>
          <a:bodyPr wrap="square" lIns="0" tIns="0" rIns="0" bIns="0" rtlCol="0" anchor="ctr"/>
          <a:lstStyle/>
          <a:p>
            <a:pPr marL="0" indent="0">
              <a:buNone/>
            </a:pPr>
            <a:r>
              <a:rPr lang="en-US" sz="1000" b="1" dirty="0">
                <a:solidFill>
                  <a:srgbClr val="8E44AD"/>
                </a:solidFill>
                <a:latin typeface="Calibri" pitchFamily="34" charset="0"/>
                <a:ea typeface="Calibri" pitchFamily="34" charset="-122"/>
                <a:cs typeface="Calibri" pitchFamily="34" charset="-120"/>
              </a:rPr>
              <a:t>🗄️  SQL — Chargement COPY FROM</a:t>
            </a:r>
            <a:endParaRPr lang="en-US" sz="1000" dirty="0"/>
          </a:p>
        </p:txBody>
      </p:sp>
      <p:sp>
        <p:nvSpPr>
          <p:cNvPr id="23" name="Shape 21"/>
          <p:cNvSpPr/>
          <p:nvPr/>
        </p:nvSpPr>
        <p:spPr>
          <a:xfrm>
            <a:off x="4663440" y="3299802"/>
            <a:ext cx="4251960" cy="1817886"/>
          </a:xfrm>
          <a:prstGeom prst="rect">
            <a:avLst/>
          </a:prstGeom>
          <a:solidFill>
            <a:srgbClr val="0D1117"/>
          </a:solidFill>
          <a:ln/>
        </p:spPr>
        <p:txBody>
          <a:bodyPr/>
          <a:lstStyle/>
          <a:p>
            <a:endParaRPr lang="fr-MA"/>
          </a:p>
        </p:txBody>
      </p:sp>
      <p:sp>
        <p:nvSpPr>
          <p:cNvPr id="24" name="Text 22"/>
          <p:cNvSpPr/>
          <p:nvPr/>
        </p:nvSpPr>
        <p:spPr>
          <a:xfrm>
            <a:off x="4754880" y="3282990"/>
            <a:ext cx="4069080" cy="1600200"/>
          </a:xfrm>
          <a:prstGeom prst="rect">
            <a:avLst/>
          </a:prstGeom>
          <a:noFill/>
          <a:ln/>
        </p:spPr>
        <p:txBody>
          <a:bodyPr wrap="square" lIns="0" tIns="0" rIns="0" bIns="0" rtlCol="0" anchor="t"/>
          <a:lstStyle/>
          <a:p>
            <a:pPr marL="0" indent="0" algn="l">
              <a:buNone/>
            </a:pPr>
            <a:r>
              <a:rPr lang="en-US" sz="800" dirty="0">
                <a:solidFill>
                  <a:srgbClr val="E06C75"/>
                </a:solidFill>
                <a:latin typeface="Courier New" pitchFamily="34" charset="0"/>
                <a:ea typeface="Courier New" pitchFamily="34" charset="-122"/>
                <a:cs typeface="Courier New" pitchFamily="34" charset="-120"/>
              </a:rPr>
              <a:t>COPY dim_patients(</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    patient_id, age, sex,</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    cancer_type, risk_group</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FROM '...patients_master.csv'</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DELIMITER ','</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CSV HEADER;</a:t>
            </a:r>
            <a:endParaRPr lang="en-US" sz="800" dirty="0"/>
          </a:p>
          <a:p>
            <a:pPr marL="0" indent="0" algn="l">
              <a:buNone/>
            </a:pP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COPY fact_clinical_outcomes(</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    patient_id, survival_months,</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    event, stage, ecog</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FROM '...patients_master.csv'</a:t>
            </a:r>
            <a:endParaRPr lang="en-US" sz="800" dirty="0"/>
          </a:p>
          <a:p>
            <a:pPr marL="0" indent="0" algn="l">
              <a:buNone/>
            </a:pPr>
            <a:r>
              <a:rPr lang="en-US" sz="800" dirty="0">
                <a:solidFill>
                  <a:srgbClr val="E06C75"/>
                </a:solidFill>
                <a:latin typeface="Courier New" pitchFamily="34" charset="0"/>
                <a:ea typeface="Courier New" pitchFamily="34" charset="-122"/>
                <a:cs typeface="Courier New" pitchFamily="34" charset="-120"/>
              </a:rPr>
              <a:t>CSV HEADER;</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545"/>
          </a:solidFill>
          <a:ln/>
        </p:spPr>
        <p:txBody>
          <a:bodyPr/>
          <a:lstStyle/>
          <a:p>
            <a:endParaRPr lang="fr-MA"/>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BASE DE DONNÉES POSTGRESQL</a:t>
            </a:r>
            <a:endParaRPr lang="en-US" sz="2200" dirty="0"/>
          </a:p>
        </p:txBody>
      </p:sp>
      <p:sp>
        <p:nvSpPr>
          <p:cNvPr id="4" name="Shape 2"/>
          <p:cNvSpPr/>
          <p:nvPr/>
        </p:nvSpPr>
        <p:spPr>
          <a:xfrm>
            <a:off x="274320" y="822960"/>
            <a:ext cx="4754880" cy="39776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fr-MA"/>
          </a:p>
        </p:txBody>
      </p:sp>
      <p:sp>
        <p:nvSpPr>
          <p:cNvPr id="5" name="Shape 3"/>
          <p:cNvSpPr/>
          <p:nvPr/>
        </p:nvSpPr>
        <p:spPr>
          <a:xfrm>
            <a:off x="274320" y="822960"/>
            <a:ext cx="4754880" cy="384048"/>
          </a:xfrm>
          <a:prstGeom prst="rect">
            <a:avLst/>
          </a:prstGeom>
          <a:solidFill>
            <a:srgbClr val="0D2545"/>
          </a:solidFill>
          <a:ln/>
        </p:spPr>
        <p:txBody>
          <a:bodyPr/>
          <a:lstStyle/>
          <a:p>
            <a:endParaRPr lang="fr-MA"/>
          </a:p>
        </p:txBody>
      </p:sp>
      <p:sp>
        <p:nvSpPr>
          <p:cNvPr id="6" name="Text 4"/>
          <p:cNvSpPr/>
          <p:nvPr/>
        </p:nvSpPr>
        <p:spPr>
          <a:xfrm>
            <a:off x="411480" y="822960"/>
            <a:ext cx="457200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Tables générées</a:t>
            </a:r>
            <a:endParaRPr lang="en-US" sz="1300" dirty="0"/>
          </a:p>
        </p:txBody>
      </p:sp>
      <p:sp>
        <p:nvSpPr>
          <p:cNvPr id="7" name="Shape 5"/>
          <p:cNvSpPr/>
          <p:nvPr/>
        </p:nvSpPr>
        <p:spPr>
          <a:xfrm>
            <a:off x="411480" y="1344168"/>
            <a:ext cx="502920" cy="320040"/>
          </a:xfrm>
          <a:prstGeom prst="rect">
            <a:avLst/>
          </a:prstGeom>
          <a:solidFill>
            <a:srgbClr val="2980B9"/>
          </a:solidFill>
          <a:ln/>
        </p:spPr>
        <p:txBody>
          <a:bodyPr/>
          <a:lstStyle/>
          <a:p>
            <a:endParaRPr lang="fr-MA"/>
          </a:p>
        </p:txBody>
      </p:sp>
      <p:sp>
        <p:nvSpPr>
          <p:cNvPr id="8" name="Text 6"/>
          <p:cNvSpPr/>
          <p:nvPr/>
        </p:nvSpPr>
        <p:spPr>
          <a:xfrm>
            <a:off x="411480" y="1344168"/>
            <a:ext cx="502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DIM</a:t>
            </a:r>
            <a:endParaRPr lang="en-US" sz="800" dirty="0"/>
          </a:p>
        </p:txBody>
      </p:sp>
      <p:sp>
        <p:nvSpPr>
          <p:cNvPr id="9" name="Text 7"/>
          <p:cNvSpPr/>
          <p:nvPr/>
        </p:nvSpPr>
        <p:spPr>
          <a:xfrm>
            <a:off x="1005840" y="1344168"/>
            <a:ext cx="2286000" cy="320040"/>
          </a:xfrm>
          <a:prstGeom prst="rect">
            <a:avLst/>
          </a:prstGeom>
          <a:noFill/>
          <a:ln/>
        </p:spPr>
        <p:txBody>
          <a:bodyPr wrap="square" lIns="0" tIns="0" rIns="0" bIns="0" rtlCol="0" anchor="ctr"/>
          <a:lstStyle/>
          <a:p>
            <a:pPr marL="0" indent="0" algn="l">
              <a:buNone/>
            </a:pPr>
            <a:r>
              <a:rPr lang="en-US" sz="1100" b="1" dirty="0">
                <a:solidFill>
                  <a:srgbClr val="1A2733"/>
                </a:solidFill>
                <a:latin typeface="Calibri" pitchFamily="34" charset="0"/>
                <a:ea typeface="Calibri" pitchFamily="34" charset="-122"/>
                <a:cs typeface="Calibri" pitchFamily="34" charset="-120"/>
              </a:rPr>
              <a:t>dim_patients</a:t>
            </a:r>
            <a:endParaRPr lang="en-US" sz="1100" dirty="0"/>
          </a:p>
        </p:txBody>
      </p:sp>
      <p:sp>
        <p:nvSpPr>
          <p:cNvPr id="10" name="Text 8"/>
          <p:cNvSpPr/>
          <p:nvPr/>
        </p:nvSpPr>
        <p:spPr>
          <a:xfrm>
            <a:off x="3337560" y="1344168"/>
            <a:ext cx="1554480" cy="320040"/>
          </a:xfrm>
          <a:prstGeom prst="rect">
            <a:avLst/>
          </a:prstGeom>
          <a:noFill/>
          <a:ln/>
        </p:spPr>
        <p:txBody>
          <a:bodyPr wrap="square" lIns="0" tIns="0" rIns="0" bIns="0" rtlCol="0" anchor="ctr"/>
          <a:lstStyle/>
          <a:p>
            <a:pPr marL="0" indent="0" algn="l">
              <a:buNone/>
            </a:pPr>
            <a:r>
              <a:rPr lang="en-US" sz="950" dirty="0">
                <a:solidFill>
                  <a:srgbClr val="555555"/>
                </a:solidFill>
                <a:latin typeface="Calibri" pitchFamily="34" charset="0"/>
                <a:ea typeface="Calibri" pitchFamily="34" charset="-122"/>
                <a:cs typeface="Calibri" pitchFamily="34" charset="-120"/>
              </a:rPr>
              <a:t>Profils démographiques + risk group</a:t>
            </a:r>
            <a:endParaRPr lang="en-US" sz="950" dirty="0"/>
          </a:p>
        </p:txBody>
      </p:sp>
      <p:sp>
        <p:nvSpPr>
          <p:cNvPr id="11" name="Shape 9"/>
          <p:cNvSpPr/>
          <p:nvPr/>
        </p:nvSpPr>
        <p:spPr>
          <a:xfrm>
            <a:off x="411480" y="1993392"/>
            <a:ext cx="502920" cy="320040"/>
          </a:xfrm>
          <a:prstGeom prst="rect">
            <a:avLst/>
          </a:prstGeom>
          <a:solidFill>
            <a:srgbClr val="C0392B"/>
          </a:solidFill>
          <a:ln/>
        </p:spPr>
        <p:txBody>
          <a:bodyPr/>
          <a:lstStyle/>
          <a:p>
            <a:endParaRPr lang="fr-MA"/>
          </a:p>
        </p:txBody>
      </p:sp>
      <p:sp>
        <p:nvSpPr>
          <p:cNvPr id="12" name="Text 10"/>
          <p:cNvSpPr/>
          <p:nvPr/>
        </p:nvSpPr>
        <p:spPr>
          <a:xfrm>
            <a:off x="411480" y="1993392"/>
            <a:ext cx="502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FACT</a:t>
            </a:r>
            <a:endParaRPr lang="en-US" sz="800" dirty="0"/>
          </a:p>
        </p:txBody>
      </p:sp>
      <p:sp>
        <p:nvSpPr>
          <p:cNvPr id="13" name="Text 11"/>
          <p:cNvSpPr/>
          <p:nvPr/>
        </p:nvSpPr>
        <p:spPr>
          <a:xfrm>
            <a:off x="1005840" y="1993392"/>
            <a:ext cx="2286000" cy="320040"/>
          </a:xfrm>
          <a:prstGeom prst="rect">
            <a:avLst/>
          </a:prstGeom>
          <a:noFill/>
          <a:ln/>
        </p:spPr>
        <p:txBody>
          <a:bodyPr wrap="square" lIns="0" tIns="0" rIns="0" bIns="0" rtlCol="0" anchor="ctr"/>
          <a:lstStyle/>
          <a:p>
            <a:pPr marL="0" indent="0" algn="l">
              <a:buNone/>
            </a:pPr>
            <a:r>
              <a:rPr lang="en-US" sz="1100" b="1" dirty="0">
                <a:solidFill>
                  <a:srgbClr val="1A2733"/>
                </a:solidFill>
                <a:latin typeface="Calibri" pitchFamily="34" charset="0"/>
                <a:ea typeface="Calibri" pitchFamily="34" charset="-122"/>
                <a:cs typeface="Calibri" pitchFamily="34" charset="-120"/>
              </a:rPr>
              <a:t>fact_clinical_outcomes</a:t>
            </a:r>
            <a:endParaRPr lang="en-US" sz="1100" dirty="0"/>
          </a:p>
        </p:txBody>
      </p:sp>
      <p:sp>
        <p:nvSpPr>
          <p:cNvPr id="14" name="Text 12"/>
          <p:cNvSpPr/>
          <p:nvPr/>
        </p:nvSpPr>
        <p:spPr>
          <a:xfrm>
            <a:off x="3337560" y="1993392"/>
            <a:ext cx="1554480" cy="320040"/>
          </a:xfrm>
          <a:prstGeom prst="rect">
            <a:avLst/>
          </a:prstGeom>
          <a:noFill/>
          <a:ln/>
        </p:spPr>
        <p:txBody>
          <a:bodyPr wrap="square" lIns="0" tIns="0" rIns="0" bIns="0" rtlCol="0" anchor="ctr"/>
          <a:lstStyle/>
          <a:p>
            <a:pPr marL="0" indent="0" algn="l">
              <a:buNone/>
            </a:pPr>
            <a:r>
              <a:rPr lang="en-US" sz="950" dirty="0">
                <a:solidFill>
                  <a:srgbClr val="555555"/>
                </a:solidFill>
                <a:latin typeface="Calibri" pitchFamily="34" charset="0"/>
                <a:ea typeface="Calibri" pitchFamily="34" charset="-122"/>
                <a:cs typeface="Calibri" pitchFamily="34" charset="-120"/>
              </a:rPr>
              <a:t>Survie, stade, ECOG, statut vital</a:t>
            </a:r>
            <a:endParaRPr lang="en-US" sz="950" dirty="0"/>
          </a:p>
        </p:txBody>
      </p:sp>
      <p:sp>
        <p:nvSpPr>
          <p:cNvPr id="15" name="Shape 13"/>
          <p:cNvSpPr/>
          <p:nvPr/>
        </p:nvSpPr>
        <p:spPr>
          <a:xfrm>
            <a:off x="411480" y="2642616"/>
            <a:ext cx="502920" cy="320040"/>
          </a:xfrm>
          <a:prstGeom prst="rect">
            <a:avLst/>
          </a:prstGeom>
          <a:solidFill>
            <a:srgbClr val="8E44AD"/>
          </a:solidFill>
          <a:ln/>
        </p:spPr>
        <p:txBody>
          <a:bodyPr/>
          <a:lstStyle/>
          <a:p>
            <a:endParaRPr lang="fr-MA"/>
          </a:p>
        </p:txBody>
      </p:sp>
      <p:sp>
        <p:nvSpPr>
          <p:cNvPr id="16" name="Text 14"/>
          <p:cNvSpPr/>
          <p:nvPr/>
        </p:nvSpPr>
        <p:spPr>
          <a:xfrm>
            <a:off x="411480" y="2642616"/>
            <a:ext cx="502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DIM</a:t>
            </a:r>
            <a:endParaRPr lang="en-US" sz="800" dirty="0"/>
          </a:p>
        </p:txBody>
      </p:sp>
      <p:sp>
        <p:nvSpPr>
          <p:cNvPr id="17" name="Text 15"/>
          <p:cNvSpPr/>
          <p:nvPr/>
        </p:nvSpPr>
        <p:spPr>
          <a:xfrm>
            <a:off x="1005840" y="2642616"/>
            <a:ext cx="2286000" cy="320040"/>
          </a:xfrm>
          <a:prstGeom prst="rect">
            <a:avLst/>
          </a:prstGeom>
          <a:noFill/>
          <a:ln/>
        </p:spPr>
        <p:txBody>
          <a:bodyPr wrap="square" lIns="0" tIns="0" rIns="0" bIns="0" rtlCol="0" anchor="ctr"/>
          <a:lstStyle/>
          <a:p>
            <a:pPr marL="0" indent="0" algn="l">
              <a:buNone/>
            </a:pPr>
            <a:r>
              <a:rPr lang="en-US" sz="1100" b="1" dirty="0">
                <a:solidFill>
                  <a:srgbClr val="1A2733"/>
                </a:solidFill>
                <a:latin typeface="Calibri" pitchFamily="34" charset="0"/>
                <a:ea typeface="Calibri" pitchFamily="34" charset="-122"/>
                <a:cs typeface="Calibri" pitchFamily="34" charset="-120"/>
              </a:rPr>
              <a:t>dim_biomarkers</a:t>
            </a:r>
            <a:endParaRPr lang="en-US" sz="1100" dirty="0"/>
          </a:p>
        </p:txBody>
      </p:sp>
      <p:sp>
        <p:nvSpPr>
          <p:cNvPr id="18" name="Text 16"/>
          <p:cNvSpPr/>
          <p:nvPr/>
        </p:nvSpPr>
        <p:spPr>
          <a:xfrm>
            <a:off x="3337560" y="2642616"/>
            <a:ext cx="1554480" cy="320040"/>
          </a:xfrm>
          <a:prstGeom prst="rect">
            <a:avLst/>
          </a:prstGeom>
          <a:noFill/>
          <a:ln/>
        </p:spPr>
        <p:txBody>
          <a:bodyPr wrap="square" lIns="0" tIns="0" rIns="0" bIns="0" rtlCol="0" anchor="ctr"/>
          <a:lstStyle/>
          <a:p>
            <a:pPr marL="0" indent="0" algn="l">
              <a:buNone/>
            </a:pPr>
            <a:r>
              <a:rPr lang="en-US" sz="950" dirty="0">
                <a:solidFill>
                  <a:srgbClr val="555555"/>
                </a:solidFill>
                <a:latin typeface="Calibri" pitchFamily="34" charset="0"/>
                <a:ea typeface="Calibri" pitchFamily="34" charset="-122"/>
                <a:cs typeface="Calibri" pitchFamily="34" charset="-120"/>
              </a:rPr>
              <a:t>Référentiel biomarqueurs (NCBI)</a:t>
            </a:r>
            <a:endParaRPr lang="en-US" sz="950" dirty="0"/>
          </a:p>
        </p:txBody>
      </p:sp>
      <p:sp>
        <p:nvSpPr>
          <p:cNvPr id="19" name="Shape 17"/>
          <p:cNvSpPr/>
          <p:nvPr/>
        </p:nvSpPr>
        <p:spPr>
          <a:xfrm>
            <a:off x="411480" y="3291840"/>
            <a:ext cx="502920" cy="320040"/>
          </a:xfrm>
          <a:prstGeom prst="rect">
            <a:avLst/>
          </a:prstGeom>
          <a:solidFill>
            <a:srgbClr val="1ABC9C"/>
          </a:solidFill>
          <a:ln/>
        </p:spPr>
        <p:txBody>
          <a:bodyPr/>
          <a:lstStyle/>
          <a:p>
            <a:endParaRPr lang="fr-MA"/>
          </a:p>
        </p:txBody>
      </p:sp>
      <p:sp>
        <p:nvSpPr>
          <p:cNvPr id="20" name="Text 18"/>
          <p:cNvSpPr/>
          <p:nvPr/>
        </p:nvSpPr>
        <p:spPr>
          <a:xfrm>
            <a:off x="411480" y="3291840"/>
            <a:ext cx="502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FACT</a:t>
            </a:r>
            <a:endParaRPr lang="en-US" sz="800" dirty="0"/>
          </a:p>
        </p:txBody>
      </p:sp>
      <p:sp>
        <p:nvSpPr>
          <p:cNvPr id="21" name="Text 19"/>
          <p:cNvSpPr/>
          <p:nvPr/>
        </p:nvSpPr>
        <p:spPr>
          <a:xfrm>
            <a:off x="1005840" y="3291840"/>
            <a:ext cx="2286000" cy="320040"/>
          </a:xfrm>
          <a:prstGeom prst="rect">
            <a:avLst/>
          </a:prstGeom>
          <a:noFill/>
          <a:ln/>
        </p:spPr>
        <p:txBody>
          <a:bodyPr wrap="square" lIns="0" tIns="0" rIns="0" bIns="0" rtlCol="0" anchor="ctr"/>
          <a:lstStyle/>
          <a:p>
            <a:pPr marL="0" indent="0" algn="l">
              <a:buNone/>
            </a:pPr>
            <a:r>
              <a:rPr lang="en-US" sz="1100" b="1" dirty="0">
                <a:solidFill>
                  <a:srgbClr val="1A2733"/>
                </a:solidFill>
                <a:latin typeface="Calibri" pitchFamily="34" charset="0"/>
                <a:ea typeface="Calibri" pitchFamily="34" charset="-122"/>
                <a:cs typeface="Calibri" pitchFamily="34" charset="-120"/>
              </a:rPr>
              <a:t>fact_patient_biomarkers</a:t>
            </a:r>
            <a:endParaRPr lang="en-US" sz="1100" dirty="0"/>
          </a:p>
        </p:txBody>
      </p:sp>
      <p:sp>
        <p:nvSpPr>
          <p:cNvPr id="22" name="Text 20"/>
          <p:cNvSpPr/>
          <p:nvPr/>
        </p:nvSpPr>
        <p:spPr>
          <a:xfrm>
            <a:off x="3337560" y="3291840"/>
            <a:ext cx="1554480" cy="320040"/>
          </a:xfrm>
          <a:prstGeom prst="rect">
            <a:avLst/>
          </a:prstGeom>
          <a:noFill/>
          <a:ln/>
        </p:spPr>
        <p:txBody>
          <a:bodyPr wrap="square" lIns="0" tIns="0" rIns="0" bIns="0" rtlCol="0" anchor="ctr"/>
          <a:lstStyle/>
          <a:p>
            <a:pPr marL="0" indent="0" algn="l">
              <a:buNone/>
            </a:pPr>
            <a:r>
              <a:rPr lang="en-US" sz="950" dirty="0">
                <a:solidFill>
                  <a:srgbClr val="555555"/>
                </a:solidFill>
                <a:latin typeface="Calibri" pitchFamily="34" charset="0"/>
                <a:ea typeface="Calibri" pitchFamily="34" charset="-122"/>
                <a:cs typeface="Calibri" pitchFamily="34" charset="-120"/>
              </a:rPr>
              <a:t>Liens patients ↔ biomarqueurs</a:t>
            </a:r>
            <a:endParaRPr lang="en-US" sz="950" dirty="0"/>
          </a:p>
        </p:txBody>
      </p:sp>
      <p:sp>
        <p:nvSpPr>
          <p:cNvPr id="23" name="Shape 21"/>
          <p:cNvSpPr/>
          <p:nvPr/>
        </p:nvSpPr>
        <p:spPr>
          <a:xfrm>
            <a:off x="411480" y="3941064"/>
            <a:ext cx="502920" cy="320040"/>
          </a:xfrm>
          <a:prstGeom prst="rect">
            <a:avLst/>
          </a:prstGeom>
          <a:solidFill>
            <a:srgbClr val="F39C12"/>
          </a:solidFill>
          <a:ln/>
        </p:spPr>
        <p:txBody>
          <a:bodyPr/>
          <a:lstStyle/>
          <a:p>
            <a:endParaRPr lang="fr-MA"/>
          </a:p>
        </p:txBody>
      </p:sp>
      <p:sp>
        <p:nvSpPr>
          <p:cNvPr id="24" name="Text 22"/>
          <p:cNvSpPr/>
          <p:nvPr/>
        </p:nvSpPr>
        <p:spPr>
          <a:xfrm>
            <a:off x="411480" y="3941064"/>
            <a:ext cx="502920" cy="3200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FACT</a:t>
            </a:r>
            <a:endParaRPr lang="en-US" sz="800" dirty="0"/>
          </a:p>
        </p:txBody>
      </p:sp>
      <p:sp>
        <p:nvSpPr>
          <p:cNvPr id="25" name="Text 23"/>
          <p:cNvSpPr/>
          <p:nvPr/>
        </p:nvSpPr>
        <p:spPr>
          <a:xfrm>
            <a:off x="1005840" y="3941064"/>
            <a:ext cx="2286000" cy="320040"/>
          </a:xfrm>
          <a:prstGeom prst="rect">
            <a:avLst/>
          </a:prstGeom>
          <a:noFill/>
          <a:ln/>
        </p:spPr>
        <p:txBody>
          <a:bodyPr wrap="square" lIns="0" tIns="0" rIns="0" bIns="0" rtlCol="0" anchor="ctr"/>
          <a:lstStyle/>
          <a:p>
            <a:pPr marL="0" indent="0" algn="l">
              <a:buNone/>
            </a:pPr>
            <a:r>
              <a:rPr lang="en-US" sz="1100" b="1" dirty="0">
                <a:solidFill>
                  <a:srgbClr val="1A2733"/>
                </a:solidFill>
                <a:latin typeface="Calibri" pitchFamily="34" charset="0"/>
                <a:ea typeface="Calibri" pitchFamily="34" charset="-122"/>
                <a:cs typeface="Calibri" pitchFamily="34" charset="-120"/>
              </a:rPr>
              <a:t>fact_kpis</a:t>
            </a:r>
            <a:endParaRPr lang="en-US" sz="1100" dirty="0"/>
          </a:p>
        </p:txBody>
      </p:sp>
      <p:sp>
        <p:nvSpPr>
          <p:cNvPr id="26" name="Text 24"/>
          <p:cNvSpPr/>
          <p:nvPr/>
        </p:nvSpPr>
        <p:spPr>
          <a:xfrm>
            <a:off x="3337560" y="3941064"/>
            <a:ext cx="1554480" cy="320040"/>
          </a:xfrm>
          <a:prstGeom prst="rect">
            <a:avLst/>
          </a:prstGeom>
          <a:noFill/>
          <a:ln/>
        </p:spPr>
        <p:txBody>
          <a:bodyPr wrap="square" lIns="0" tIns="0" rIns="0" bIns="0" rtlCol="0" anchor="ctr"/>
          <a:lstStyle/>
          <a:p>
            <a:pPr marL="0" indent="0" algn="l">
              <a:buNone/>
            </a:pPr>
            <a:r>
              <a:rPr lang="en-US" sz="950" dirty="0">
                <a:solidFill>
                  <a:srgbClr val="555555"/>
                </a:solidFill>
                <a:latin typeface="Calibri" pitchFamily="34" charset="0"/>
                <a:ea typeface="Calibri" pitchFamily="34" charset="-122"/>
                <a:cs typeface="Calibri" pitchFamily="34" charset="-120"/>
              </a:rPr>
              <a:t>KPI précalculés et agrégats</a:t>
            </a:r>
            <a:endParaRPr lang="en-US" sz="950" dirty="0"/>
          </a:p>
        </p:txBody>
      </p:sp>
      <p:sp>
        <p:nvSpPr>
          <p:cNvPr id="27" name="Shape 25"/>
          <p:cNvSpPr/>
          <p:nvPr/>
        </p:nvSpPr>
        <p:spPr>
          <a:xfrm>
            <a:off x="5303520" y="822960"/>
            <a:ext cx="3566160" cy="39776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fr-MA"/>
          </a:p>
        </p:txBody>
      </p:sp>
      <p:sp>
        <p:nvSpPr>
          <p:cNvPr id="28" name="Shape 26"/>
          <p:cNvSpPr/>
          <p:nvPr/>
        </p:nvSpPr>
        <p:spPr>
          <a:xfrm>
            <a:off x="5303520" y="822960"/>
            <a:ext cx="3566160" cy="384048"/>
          </a:xfrm>
          <a:prstGeom prst="rect">
            <a:avLst/>
          </a:prstGeom>
          <a:solidFill>
            <a:srgbClr val="1ABC9C"/>
          </a:solidFill>
          <a:ln/>
        </p:spPr>
        <p:txBody>
          <a:bodyPr/>
          <a:lstStyle/>
          <a:p>
            <a:endParaRPr lang="fr-MA"/>
          </a:p>
        </p:txBody>
      </p:sp>
      <p:sp>
        <p:nvSpPr>
          <p:cNvPr id="29" name="Text 27"/>
          <p:cNvSpPr/>
          <p:nvPr/>
        </p:nvSpPr>
        <p:spPr>
          <a:xfrm>
            <a:off x="5440680" y="822960"/>
            <a:ext cx="33832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Relations entre tables</a:t>
            </a:r>
            <a:endParaRPr lang="en-US" sz="1300" dirty="0"/>
          </a:p>
        </p:txBody>
      </p:sp>
      <p:sp>
        <p:nvSpPr>
          <p:cNvPr id="30" name="Text 28"/>
          <p:cNvSpPr/>
          <p:nvPr/>
        </p:nvSpPr>
        <p:spPr>
          <a:xfrm>
            <a:off x="5440680" y="1371600"/>
            <a:ext cx="3291840" cy="457200"/>
          </a:xfrm>
          <a:prstGeom prst="rect">
            <a:avLst/>
          </a:prstGeom>
          <a:noFill/>
          <a:ln/>
        </p:spPr>
        <p:txBody>
          <a:bodyPr wrap="square" lIns="0" tIns="0" rIns="0" bIns="0" rtlCol="0" anchor="ctr"/>
          <a:lstStyle/>
          <a:p>
            <a:pPr marL="0" indent="0" algn="l">
              <a:buNone/>
            </a:pPr>
            <a:r>
              <a:rPr lang="en-US" sz="1100" dirty="0">
                <a:solidFill>
                  <a:srgbClr val="1A2733"/>
                </a:solidFill>
                <a:latin typeface="Calibri" pitchFamily="34" charset="0"/>
                <a:ea typeface="Calibri" pitchFamily="34" charset="-122"/>
                <a:cs typeface="Calibri" pitchFamily="34" charset="-120"/>
              </a:rPr>
              <a:t>→  dim_patients → fact_clinical_outcomes</a:t>
            </a:r>
            <a:endParaRPr lang="en-US" sz="1100" dirty="0"/>
          </a:p>
        </p:txBody>
      </p:sp>
      <p:sp>
        <p:nvSpPr>
          <p:cNvPr id="31" name="Text 29"/>
          <p:cNvSpPr/>
          <p:nvPr/>
        </p:nvSpPr>
        <p:spPr>
          <a:xfrm>
            <a:off x="5440680" y="1965960"/>
            <a:ext cx="3291840" cy="457200"/>
          </a:xfrm>
          <a:prstGeom prst="rect">
            <a:avLst/>
          </a:prstGeom>
          <a:noFill/>
          <a:ln/>
        </p:spPr>
        <p:txBody>
          <a:bodyPr wrap="square" lIns="0" tIns="0" rIns="0" bIns="0" rtlCol="0" anchor="ctr"/>
          <a:lstStyle/>
          <a:p>
            <a:pPr marL="0" indent="0" algn="l">
              <a:buNone/>
            </a:pPr>
            <a:r>
              <a:rPr lang="en-US" sz="1100" dirty="0">
                <a:solidFill>
                  <a:srgbClr val="1A2733"/>
                </a:solidFill>
                <a:latin typeface="Calibri" pitchFamily="34" charset="0"/>
                <a:ea typeface="Calibri" pitchFamily="34" charset="-122"/>
                <a:cs typeface="Calibri" pitchFamily="34" charset="-120"/>
              </a:rPr>
              <a:t>→  dim_patients → fact_patient_biomarkers</a:t>
            </a:r>
            <a:endParaRPr lang="en-US" sz="1100" dirty="0"/>
          </a:p>
        </p:txBody>
      </p:sp>
      <p:sp>
        <p:nvSpPr>
          <p:cNvPr id="32" name="Text 30"/>
          <p:cNvSpPr/>
          <p:nvPr/>
        </p:nvSpPr>
        <p:spPr>
          <a:xfrm>
            <a:off x="5440680" y="2560320"/>
            <a:ext cx="3291840" cy="457200"/>
          </a:xfrm>
          <a:prstGeom prst="rect">
            <a:avLst/>
          </a:prstGeom>
          <a:noFill/>
          <a:ln/>
        </p:spPr>
        <p:txBody>
          <a:bodyPr wrap="square" lIns="0" tIns="0" rIns="0" bIns="0" rtlCol="0" anchor="ctr"/>
          <a:lstStyle/>
          <a:p>
            <a:pPr marL="0" indent="0" algn="l">
              <a:buNone/>
            </a:pPr>
            <a:r>
              <a:rPr lang="en-US" sz="1100" dirty="0">
                <a:solidFill>
                  <a:srgbClr val="1A2733"/>
                </a:solidFill>
                <a:latin typeface="Calibri" pitchFamily="34" charset="0"/>
                <a:ea typeface="Calibri" pitchFamily="34" charset="-122"/>
                <a:cs typeface="Calibri" pitchFamily="34" charset="-120"/>
              </a:rPr>
              <a:t>→  dim_biomarkers → fact_patient_biomarkers</a:t>
            </a:r>
            <a:endParaRPr lang="en-US" sz="1100" dirty="0"/>
          </a:p>
        </p:txBody>
      </p:sp>
      <p:sp>
        <p:nvSpPr>
          <p:cNvPr id="33" name="Text 31"/>
          <p:cNvSpPr/>
          <p:nvPr/>
        </p:nvSpPr>
        <p:spPr>
          <a:xfrm>
            <a:off x="5440680" y="3154680"/>
            <a:ext cx="3291840" cy="457200"/>
          </a:xfrm>
          <a:prstGeom prst="rect">
            <a:avLst/>
          </a:prstGeom>
          <a:noFill/>
          <a:ln/>
        </p:spPr>
        <p:txBody>
          <a:bodyPr wrap="square" lIns="0" tIns="0" rIns="0" bIns="0" rtlCol="0" anchor="ctr"/>
          <a:lstStyle/>
          <a:p>
            <a:pPr marL="0" indent="0" algn="l">
              <a:buNone/>
            </a:pPr>
            <a:r>
              <a:rPr lang="en-US" sz="1100" b="1" dirty="0">
                <a:solidFill>
                  <a:srgbClr val="2980B9"/>
                </a:solidFill>
                <a:latin typeface="Calibri" pitchFamily="34" charset="0"/>
                <a:ea typeface="Calibri" pitchFamily="34" charset="-122"/>
                <a:cs typeface="Calibri" pitchFamily="34" charset="-120"/>
              </a:rPr>
              <a:t>→  Clés : patient_id, biomarker_id</a:t>
            </a:r>
            <a:endParaRPr lang="en-US" sz="1100" dirty="0"/>
          </a:p>
        </p:txBody>
      </p:sp>
      <p:sp>
        <p:nvSpPr>
          <p:cNvPr id="34" name="Text 32"/>
          <p:cNvSpPr/>
          <p:nvPr/>
        </p:nvSpPr>
        <p:spPr>
          <a:xfrm>
            <a:off x="5440680" y="3749040"/>
            <a:ext cx="3291840" cy="731520"/>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Total patients : 5 252</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Biomarqueurs : 10</a:t>
            </a:r>
            <a:endParaRPr lang="en-US" sz="1100" dirty="0"/>
          </a:p>
          <a:p>
            <a:pPr marL="0" indent="0">
              <a:buNone/>
            </a:pPr>
            <a:r>
              <a:rPr lang="en-US" sz="1100" dirty="0">
                <a:solidFill>
                  <a:srgbClr val="444444"/>
                </a:solidFill>
                <a:latin typeface="Calibri" pitchFamily="34" charset="0"/>
                <a:ea typeface="Calibri" pitchFamily="34" charset="-122"/>
                <a:cs typeface="Calibri" pitchFamily="34" charset="-120"/>
              </a:rPr>
              <a:t>Liaisons patient-biomarqueur : 52 500</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ABC9C"/>
          </a:solidFill>
          <a:ln/>
        </p:spPr>
        <p:txBody>
          <a:bodyPr/>
          <a:lstStyle/>
          <a:p>
            <a:endParaRPr lang="fr-MA"/>
          </a:p>
        </p:txBody>
      </p:sp>
      <p:sp>
        <p:nvSpPr>
          <p:cNvPr id="3" name="Text 1"/>
          <p:cNvSpPr/>
          <p:nvPr/>
        </p:nvSpPr>
        <p:spPr>
          <a:xfrm>
            <a:off x="320040" y="355209"/>
            <a:ext cx="82296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INDICATEURS CLÉS — KPI</a:t>
            </a:r>
            <a:endParaRPr lang="en-US" sz="2200" dirty="0"/>
          </a:p>
        </p:txBody>
      </p:sp>
      <p:sp>
        <p:nvSpPr>
          <p:cNvPr id="4" name="Shape 2"/>
          <p:cNvSpPr/>
          <p:nvPr/>
        </p:nvSpPr>
        <p:spPr>
          <a:xfrm>
            <a:off x="320040" y="1223889"/>
            <a:ext cx="1965960" cy="1097280"/>
          </a:xfrm>
          <a:prstGeom prst="rect">
            <a:avLst/>
          </a:prstGeom>
          <a:solidFill>
            <a:srgbClr val="1A3A6B"/>
          </a:solidFill>
          <a:ln/>
        </p:spPr>
        <p:txBody>
          <a:bodyPr/>
          <a:lstStyle/>
          <a:p>
            <a:endParaRPr lang="fr-MA"/>
          </a:p>
        </p:txBody>
      </p:sp>
      <p:sp>
        <p:nvSpPr>
          <p:cNvPr id="5" name="Shape 3"/>
          <p:cNvSpPr/>
          <p:nvPr/>
        </p:nvSpPr>
        <p:spPr>
          <a:xfrm>
            <a:off x="320040" y="1223889"/>
            <a:ext cx="1965960" cy="54864"/>
          </a:xfrm>
          <a:prstGeom prst="rect">
            <a:avLst/>
          </a:prstGeom>
          <a:solidFill>
            <a:srgbClr val="2980B9"/>
          </a:solidFill>
          <a:ln/>
        </p:spPr>
        <p:txBody>
          <a:bodyPr/>
          <a:lstStyle/>
          <a:p>
            <a:endParaRPr lang="fr-MA"/>
          </a:p>
        </p:txBody>
      </p:sp>
      <p:sp>
        <p:nvSpPr>
          <p:cNvPr id="6" name="Text 4"/>
          <p:cNvSpPr/>
          <p:nvPr/>
        </p:nvSpPr>
        <p:spPr>
          <a:xfrm>
            <a:off x="320040" y="1315329"/>
            <a:ext cx="1965960" cy="502920"/>
          </a:xfrm>
          <a:prstGeom prst="rect">
            <a:avLst/>
          </a:prstGeom>
          <a:noFill/>
          <a:ln/>
        </p:spPr>
        <p:txBody>
          <a:bodyPr wrap="square" lIns="0" tIns="0" rIns="0" bIns="0" rtlCol="0" anchor="ctr"/>
          <a:lstStyle/>
          <a:p>
            <a:pPr marL="0" indent="0" algn="ctr">
              <a:buNone/>
            </a:pPr>
            <a:r>
              <a:rPr lang="en-US" sz="2800" b="1" dirty="0">
                <a:solidFill>
                  <a:srgbClr val="2980B9"/>
                </a:solidFill>
                <a:latin typeface="Calibri" pitchFamily="34" charset="0"/>
                <a:ea typeface="Calibri" pitchFamily="34" charset="-122"/>
                <a:cs typeface="Calibri" pitchFamily="34" charset="-120"/>
              </a:rPr>
              <a:t>5 252</a:t>
            </a:r>
            <a:endParaRPr lang="en-US" sz="2800" dirty="0"/>
          </a:p>
        </p:txBody>
      </p:sp>
      <p:sp>
        <p:nvSpPr>
          <p:cNvPr id="7" name="Text 5"/>
          <p:cNvSpPr/>
          <p:nvPr/>
        </p:nvSpPr>
        <p:spPr>
          <a:xfrm>
            <a:off x="320040" y="181824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 Patients</a:t>
            </a:r>
            <a:endParaRPr lang="en-US" sz="1000" dirty="0"/>
          </a:p>
        </p:txBody>
      </p:sp>
      <p:sp>
        <p:nvSpPr>
          <p:cNvPr id="8" name="Text 6"/>
          <p:cNvSpPr/>
          <p:nvPr/>
        </p:nvSpPr>
        <p:spPr>
          <a:xfrm>
            <a:off x="320040" y="206513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individus</a:t>
            </a:r>
            <a:endParaRPr lang="en-US" sz="900" dirty="0"/>
          </a:p>
        </p:txBody>
      </p:sp>
      <p:sp>
        <p:nvSpPr>
          <p:cNvPr id="9" name="Shape 7"/>
          <p:cNvSpPr/>
          <p:nvPr/>
        </p:nvSpPr>
        <p:spPr>
          <a:xfrm>
            <a:off x="2468880" y="1223889"/>
            <a:ext cx="1965960" cy="1097280"/>
          </a:xfrm>
          <a:prstGeom prst="rect">
            <a:avLst/>
          </a:prstGeom>
          <a:solidFill>
            <a:srgbClr val="1A3A6B"/>
          </a:solidFill>
          <a:ln/>
        </p:spPr>
        <p:txBody>
          <a:bodyPr/>
          <a:lstStyle/>
          <a:p>
            <a:endParaRPr lang="fr-MA"/>
          </a:p>
        </p:txBody>
      </p:sp>
      <p:sp>
        <p:nvSpPr>
          <p:cNvPr id="10" name="Shape 8"/>
          <p:cNvSpPr/>
          <p:nvPr/>
        </p:nvSpPr>
        <p:spPr>
          <a:xfrm>
            <a:off x="2468880" y="1223889"/>
            <a:ext cx="1965960" cy="54864"/>
          </a:xfrm>
          <a:prstGeom prst="rect">
            <a:avLst/>
          </a:prstGeom>
          <a:solidFill>
            <a:srgbClr val="1ABC9C"/>
          </a:solidFill>
          <a:ln/>
        </p:spPr>
        <p:txBody>
          <a:bodyPr/>
          <a:lstStyle/>
          <a:p>
            <a:endParaRPr lang="fr-MA"/>
          </a:p>
        </p:txBody>
      </p:sp>
      <p:sp>
        <p:nvSpPr>
          <p:cNvPr id="11" name="Text 9"/>
          <p:cNvSpPr/>
          <p:nvPr/>
        </p:nvSpPr>
        <p:spPr>
          <a:xfrm>
            <a:off x="2468880" y="1315329"/>
            <a:ext cx="1965960" cy="502920"/>
          </a:xfrm>
          <a:prstGeom prst="rect">
            <a:avLst/>
          </a:prstGeom>
          <a:noFill/>
          <a:ln/>
        </p:spPr>
        <p:txBody>
          <a:bodyPr wrap="square" lIns="0" tIns="0" rIns="0" bIns="0" rtlCol="0" anchor="ctr"/>
          <a:lstStyle/>
          <a:p>
            <a:pPr marL="0" indent="0" algn="ctr">
              <a:buNone/>
            </a:pPr>
            <a:r>
              <a:rPr lang="en-US" sz="2800" b="1" dirty="0">
                <a:solidFill>
                  <a:srgbClr val="1ABC9C"/>
                </a:solidFill>
                <a:latin typeface="Calibri" pitchFamily="34" charset="0"/>
                <a:ea typeface="Calibri" pitchFamily="34" charset="-122"/>
                <a:cs typeface="Calibri" pitchFamily="34" charset="-120"/>
              </a:rPr>
              <a:t>55,9</a:t>
            </a:r>
            <a:endParaRPr lang="en-US" sz="2800" dirty="0"/>
          </a:p>
        </p:txBody>
      </p:sp>
      <p:sp>
        <p:nvSpPr>
          <p:cNvPr id="12" name="Text 10"/>
          <p:cNvSpPr/>
          <p:nvPr/>
        </p:nvSpPr>
        <p:spPr>
          <a:xfrm>
            <a:off x="2468880" y="181824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Âge Moyen</a:t>
            </a:r>
            <a:endParaRPr lang="en-US" sz="1000" dirty="0"/>
          </a:p>
        </p:txBody>
      </p:sp>
      <p:sp>
        <p:nvSpPr>
          <p:cNvPr id="13" name="Text 11"/>
          <p:cNvSpPr/>
          <p:nvPr/>
        </p:nvSpPr>
        <p:spPr>
          <a:xfrm>
            <a:off x="2468880" y="206513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années</a:t>
            </a:r>
            <a:endParaRPr lang="en-US" sz="900" dirty="0"/>
          </a:p>
        </p:txBody>
      </p:sp>
      <p:sp>
        <p:nvSpPr>
          <p:cNvPr id="14" name="Shape 12"/>
          <p:cNvSpPr/>
          <p:nvPr/>
        </p:nvSpPr>
        <p:spPr>
          <a:xfrm>
            <a:off x="4617720" y="1223889"/>
            <a:ext cx="1965960" cy="1097280"/>
          </a:xfrm>
          <a:prstGeom prst="rect">
            <a:avLst/>
          </a:prstGeom>
          <a:solidFill>
            <a:srgbClr val="1A3A6B"/>
          </a:solidFill>
          <a:ln/>
        </p:spPr>
        <p:txBody>
          <a:bodyPr/>
          <a:lstStyle/>
          <a:p>
            <a:endParaRPr lang="fr-MA"/>
          </a:p>
        </p:txBody>
      </p:sp>
      <p:sp>
        <p:nvSpPr>
          <p:cNvPr id="15" name="Shape 13"/>
          <p:cNvSpPr/>
          <p:nvPr/>
        </p:nvSpPr>
        <p:spPr>
          <a:xfrm>
            <a:off x="4617720" y="1223889"/>
            <a:ext cx="1965960" cy="54864"/>
          </a:xfrm>
          <a:prstGeom prst="rect">
            <a:avLst/>
          </a:prstGeom>
          <a:solidFill>
            <a:srgbClr val="C0392B"/>
          </a:solidFill>
          <a:ln/>
        </p:spPr>
        <p:txBody>
          <a:bodyPr/>
          <a:lstStyle/>
          <a:p>
            <a:endParaRPr lang="fr-MA"/>
          </a:p>
        </p:txBody>
      </p:sp>
      <p:sp>
        <p:nvSpPr>
          <p:cNvPr id="16" name="Text 14"/>
          <p:cNvSpPr/>
          <p:nvPr/>
        </p:nvSpPr>
        <p:spPr>
          <a:xfrm>
            <a:off x="4617720" y="1315329"/>
            <a:ext cx="1965960"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Calibri" pitchFamily="34" charset="0"/>
                <a:ea typeface="Calibri" pitchFamily="34" charset="-122"/>
                <a:cs typeface="Calibri" pitchFamily="34" charset="-120"/>
              </a:rPr>
              <a:t>28,26%</a:t>
            </a:r>
            <a:endParaRPr lang="en-US" sz="2800" dirty="0"/>
          </a:p>
        </p:txBody>
      </p:sp>
      <p:sp>
        <p:nvSpPr>
          <p:cNvPr id="17" name="Text 15"/>
          <p:cNvSpPr/>
          <p:nvPr/>
        </p:nvSpPr>
        <p:spPr>
          <a:xfrm>
            <a:off x="4617720" y="181824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Taux de Mortalité</a:t>
            </a:r>
            <a:endParaRPr lang="en-US" sz="1000" dirty="0"/>
          </a:p>
        </p:txBody>
      </p:sp>
      <p:sp>
        <p:nvSpPr>
          <p:cNvPr id="18" name="Text 16"/>
          <p:cNvSpPr/>
          <p:nvPr/>
        </p:nvSpPr>
        <p:spPr>
          <a:xfrm>
            <a:off x="4617720" y="206513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global</a:t>
            </a:r>
            <a:endParaRPr lang="en-US" sz="900" dirty="0"/>
          </a:p>
        </p:txBody>
      </p:sp>
      <p:sp>
        <p:nvSpPr>
          <p:cNvPr id="19" name="Shape 17"/>
          <p:cNvSpPr/>
          <p:nvPr/>
        </p:nvSpPr>
        <p:spPr>
          <a:xfrm>
            <a:off x="6766560" y="1223889"/>
            <a:ext cx="1965960" cy="1097280"/>
          </a:xfrm>
          <a:prstGeom prst="rect">
            <a:avLst/>
          </a:prstGeom>
          <a:solidFill>
            <a:srgbClr val="1A3A6B"/>
          </a:solidFill>
          <a:ln/>
        </p:spPr>
        <p:txBody>
          <a:bodyPr/>
          <a:lstStyle/>
          <a:p>
            <a:endParaRPr lang="fr-MA"/>
          </a:p>
        </p:txBody>
      </p:sp>
      <p:sp>
        <p:nvSpPr>
          <p:cNvPr id="20" name="Shape 18"/>
          <p:cNvSpPr/>
          <p:nvPr/>
        </p:nvSpPr>
        <p:spPr>
          <a:xfrm>
            <a:off x="6766560" y="1223889"/>
            <a:ext cx="1965960" cy="54864"/>
          </a:xfrm>
          <a:prstGeom prst="rect">
            <a:avLst/>
          </a:prstGeom>
          <a:solidFill>
            <a:srgbClr val="8E44AD"/>
          </a:solidFill>
          <a:ln/>
        </p:spPr>
        <p:txBody>
          <a:bodyPr/>
          <a:lstStyle/>
          <a:p>
            <a:endParaRPr lang="fr-MA"/>
          </a:p>
        </p:txBody>
      </p:sp>
      <p:sp>
        <p:nvSpPr>
          <p:cNvPr id="21" name="Text 19"/>
          <p:cNvSpPr/>
          <p:nvPr/>
        </p:nvSpPr>
        <p:spPr>
          <a:xfrm>
            <a:off x="6766560" y="1315329"/>
            <a:ext cx="1965960" cy="502920"/>
          </a:xfrm>
          <a:prstGeom prst="rect">
            <a:avLst/>
          </a:prstGeom>
          <a:noFill/>
          <a:ln/>
        </p:spPr>
        <p:txBody>
          <a:bodyPr wrap="square" lIns="0" tIns="0" rIns="0" bIns="0" rtlCol="0" anchor="ctr"/>
          <a:lstStyle/>
          <a:p>
            <a:pPr marL="0" indent="0" algn="ctr">
              <a:buNone/>
            </a:pPr>
            <a:r>
              <a:rPr lang="en-US" sz="2800" b="1" dirty="0">
                <a:solidFill>
                  <a:srgbClr val="8E44AD"/>
                </a:solidFill>
                <a:latin typeface="Calibri" pitchFamily="34" charset="0"/>
                <a:ea typeface="Calibri" pitchFamily="34" charset="-122"/>
                <a:cs typeface="Calibri" pitchFamily="34" charset="-120"/>
              </a:rPr>
              <a:t>10</a:t>
            </a:r>
            <a:endParaRPr lang="en-US" sz="2800" dirty="0"/>
          </a:p>
        </p:txBody>
      </p:sp>
      <p:sp>
        <p:nvSpPr>
          <p:cNvPr id="22" name="Text 20"/>
          <p:cNvSpPr/>
          <p:nvPr/>
        </p:nvSpPr>
        <p:spPr>
          <a:xfrm>
            <a:off x="6766560" y="181824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Biomarqueurs</a:t>
            </a:r>
            <a:endParaRPr lang="en-US" sz="1000" dirty="0"/>
          </a:p>
        </p:txBody>
      </p:sp>
      <p:sp>
        <p:nvSpPr>
          <p:cNvPr id="23" name="Text 21"/>
          <p:cNvSpPr/>
          <p:nvPr/>
        </p:nvSpPr>
        <p:spPr>
          <a:xfrm>
            <a:off x="6766560" y="206513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distincts</a:t>
            </a:r>
            <a:endParaRPr lang="en-US" sz="900" dirty="0"/>
          </a:p>
        </p:txBody>
      </p:sp>
      <p:sp>
        <p:nvSpPr>
          <p:cNvPr id="24" name="Shape 22"/>
          <p:cNvSpPr/>
          <p:nvPr/>
        </p:nvSpPr>
        <p:spPr>
          <a:xfrm>
            <a:off x="320040" y="2549769"/>
            <a:ext cx="1965960" cy="1097280"/>
          </a:xfrm>
          <a:prstGeom prst="rect">
            <a:avLst/>
          </a:prstGeom>
          <a:solidFill>
            <a:srgbClr val="1A3A6B"/>
          </a:solidFill>
          <a:ln/>
        </p:spPr>
        <p:txBody>
          <a:bodyPr/>
          <a:lstStyle/>
          <a:p>
            <a:endParaRPr lang="fr-MA"/>
          </a:p>
        </p:txBody>
      </p:sp>
      <p:sp>
        <p:nvSpPr>
          <p:cNvPr id="25" name="Shape 23"/>
          <p:cNvSpPr/>
          <p:nvPr/>
        </p:nvSpPr>
        <p:spPr>
          <a:xfrm>
            <a:off x="320040" y="2549769"/>
            <a:ext cx="1965960" cy="54864"/>
          </a:xfrm>
          <a:prstGeom prst="rect">
            <a:avLst/>
          </a:prstGeom>
          <a:solidFill>
            <a:srgbClr val="1ABC9C"/>
          </a:solidFill>
          <a:ln/>
        </p:spPr>
        <p:txBody>
          <a:bodyPr/>
          <a:lstStyle/>
          <a:p>
            <a:endParaRPr lang="fr-MA"/>
          </a:p>
        </p:txBody>
      </p:sp>
      <p:sp>
        <p:nvSpPr>
          <p:cNvPr id="26" name="Text 24"/>
          <p:cNvSpPr/>
          <p:nvPr/>
        </p:nvSpPr>
        <p:spPr>
          <a:xfrm>
            <a:off x="320040" y="2641209"/>
            <a:ext cx="1965960" cy="502920"/>
          </a:xfrm>
          <a:prstGeom prst="rect">
            <a:avLst/>
          </a:prstGeom>
          <a:noFill/>
          <a:ln/>
        </p:spPr>
        <p:txBody>
          <a:bodyPr wrap="square" lIns="0" tIns="0" rIns="0" bIns="0" rtlCol="0" anchor="ctr"/>
          <a:lstStyle/>
          <a:p>
            <a:pPr marL="0" indent="0" algn="ctr">
              <a:buNone/>
            </a:pPr>
            <a:r>
              <a:rPr lang="en-US" sz="2800" b="1" dirty="0">
                <a:solidFill>
                  <a:srgbClr val="1ABC9C"/>
                </a:solidFill>
                <a:latin typeface="Calibri" pitchFamily="34" charset="0"/>
                <a:ea typeface="Calibri" pitchFamily="34" charset="-122"/>
                <a:cs typeface="Calibri" pitchFamily="34" charset="-120"/>
              </a:rPr>
              <a:t>126,7</a:t>
            </a:r>
            <a:endParaRPr lang="en-US" sz="2800" dirty="0"/>
          </a:p>
        </p:txBody>
      </p:sp>
      <p:sp>
        <p:nvSpPr>
          <p:cNvPr id="27" name="Text 25"/>
          <p:cNvSpPr/>
          <p:nvPr/>
        </p:nvSpPr>
        <p:spPr>
          <a:xfrm>
            <a:off x="320040" y="314412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Survie Moyenne</a:t>
            </a:r>
            <a:endParaRPr lang="en-US" sz="1000" dirty="0"/>
          </a:p>
        </p:txBody>
      </p:sp>
      <p:sp>
        <p:nvSpPr>
          <p:cNvPr id="28" name="Text 26"/>
          <p:cNvSpPr/>
          <p:nvPr/>
        </p:nvSpPr>
        <p:spPr>
          <a:xfrm>
            <a:off x="320040" y="339101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mois</a:t>
            </a:r>
            <a:endParaRPr lang="en-US" sz="900" dirty="0"/>
          </a:p>
        </p:txBody>
      </p:sp>
      <p:sp>
        <p:nvSpPr>
          <p:cNvPr id="29" name="Shape 27"/>
          <p:cNvSpPr/>
          <p:nvPr/>
        </p:nvSpPr>
        <p:spPr>
          <a:xfrm>
            <a:off x="2468880" y="2549769"/>
            <a:ext cx="1965960" cy="1097280"/>
          </a:xfrm>
          <a:prstGeom prst="rect">
            <a:avLst/>
          </a:prstGeom>
          <a:solidFill>
            <a:srgbClr val="1A3A6B"/>
          </a:solidFill>
          <a:ln/>
        </p:spPr>
        <p:txBody>
          <a:bodyPr/>
          <a:lstStyle/>
          <a:p>
            <a:endParaRPr lang="fr-MA"/>
          </a:p>
        </p:txBody>
      </p:sp>
      <p:sp>
        <p:nvSpPr>
          <p:cNvPr id="30" name="Shape 28"/>
          <p:cNvSpPr/>
          <p:nvPr/>
        </p:nvSpPr>
        <p:spPr>
          <a:xfrm>
            <a:off x="2468880" y="2549769"/>
            <a:ext cx="1965960" cy="54864"/>
          </a:xfrm>
          <a:prstGeom prst="rect">
            <a:avLst/>
          </a:prstGeom>
          <a:solidFill>
            <a:srgbClr val="F39C12"/>
          </a:solidFill>
          <a:ln/>
        </p:spPr>
        <p:txBody>
          <a:bodyPr/>
          <a:lstStyle/>
          <a:p>
            <a:endParaRPr lang="fr-MA"/>
          </a:p>
        </p:txBody>
      </p:sp>
      <p:sp>
        <p:nvSpPr>
          <p:cNvPr id="31" name="Text 29"/>
          <p:cNvSpPr/>
          <p:nvPr/>
        </p:nvSpPr>
        <p:spPr>
          <a:xfrm>
            <a:off x="2468880" y="2641209"/>
            <a:ext cx="1965960" cy="502920"/>
          </a:xfrm>
          <a:prstGeom prst="rect">
            <a:avLst/>
          </a:prstGeom>
          <a:noFill/>
          <a:ln/>
        </p:spPr>
        <p:txBody>
          <a:bodyPr wrap="square" lIns="0" tIns="0" rIns="0" bIns="0" rtlCol="0" anchor="ctr"/>
          <a:lstStyle/>
          <a:p>
            <a:pPr marL="0" indent="0" algn="ctr">
              <a:buNone/>
            </a:pPr>
            <a:r>
              <a:rPr lang="en-US" sz="2800" b="1" dirty="0">
                <a:solidFill>
                  <a:srgbClr val="F39C12"/>
                </a:solidFill>
                <a:latin typeface="Calibri" pitchFamily="34" charset="0"/>
                <a:ea typeface="Calibri" pitchFamily="34" charset="-122"/>
                <a:cs typeface="Calibri" pitchFamily="34" charset="-120"/>
              </a:rPr>
              <a:t>81,0</a:t>
            </a:r>
            <a:endParaRPr lang="en-US" sz="2800" dirty="0"/>
          </a:p>
        </p:txBody>
      </p:sp>
      <p:sp>
        <p:nvSpPr>
          <p:cNvPr id="32" name="Text 30"/>
          <p:cNvSpPr/>
          <p:nvPr/>
        </p:nvSpPr>
        <p:spPr>
          <a:xfrm>
            <a:off x="2468880" y="314412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Survie Médiane</a:t>
            </a:r>
            <a:endParaRPr lang="en-US" sz="1000" dirty="0"/>
          </a:p>
        </p:txBody>
      </p:sp>
      <p:sp>
        <p:nvSpPr>
          <p:cNvPr id="33" name="Text 31"/>
          <p:cNvSpPr/>
          <p:nvPr/>
        </p:nvSpPr>
        <p:spPr>
          <a:xfrm>
            <a:off x="2468880" y="339101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mois</a:t>
            </a:r>
            <a:endParaRPr lang="en-US" sz="900" dirty="0"/>
          </a:p>
        </p:txBody>
      </p:sp>
      <p:sp>
        <p:nvSpPr>
          <p:cNvPr id="34" name="Shape 32"/>
          <p:cNvSpPr/>
          <p:nvPr/>
        </p:nvSpPr>
        <p:spPr>
          <a:xfrm>
            <a:off x="4617720" y="2549769"/>
            <a:ext cx="1965960" cy="1097280"/>
          </a:xfrm>
          <a:prstGeom prst="rect">
            <a:avLst/>
          </a:prstGeom>
          <a:solidFill>
            <a:srgbClr val="1A3A6B"/>
          </a:solidFill>
          <a:ln/>
        </p:spPr>
        <p:txBody>
          <a:bodyPr/>
          <a:lstStyle/>
          <a:p>
            <a:endParaRPr lang="fr-MA"/>
          </a:p>
        </p:txBody>
      </p:sp>
      <p:sp>
        <p:nvSpPr>
          <p:cNvPr id="35" name="Shape 33"/>
          <p:cNvSpPr/>
          <p:nvPr/>
        </p:nvSpPr>
        <p:spPr>
          <a:xfrm>
            <a:off x="4617720" y="2549769"/>
            <a:ext cx="1965960" cy="54864"/>
          </a:xfrm>
          <a:prstGeom prst="rect">
            <a:avLst/>
          </a:prstGeom>
          <a:solidFill>
            <a:srgbClr val="C0392B"/>
          </a:solidFill>
          <a:ln/>
        </p:spPr>
        <p:txBody>
          <a:bodyPr/>
          <a:lstStyle/>
          <a:p>
            <a:endParaRPr lang="fr-MA"/>
          </a:p>
        </p:txBody>
      </p:sp>
      <p:sp>
        <p:nvSpPr>
          <p:cNvPr id="36" name="Text 34"/>
          <p:cNvSpPr/>
          <p:nvPr/>
        </p:nvSpPr>
        <p:spPr>
          <a:xfrm>
            <a:off x="4617720" y="2641209"/>
            <a:ext cx="1965960" cy="502920"/>
          </a:xfrm>
          <a:prstGeom prst="rect">
            <a:avLst/>
          </a:prstGeom>
          <a:noFill/>
          <a:ln/>
        </p:spPr>
        <p:txBody>
          <a:bodyPr wrap="square" lIns="0" tIns="0" rIns="0" bIns="0" rtlCol="0" anchor="ctr"/>
          <a:lstStyle/>
          <a:p>
            <a:pPr marL="0" indent="0" algn="ctr">
              <a:buNone/>
            </a:pPr>
            <a:r>
              <a:rPr lang="en-US" sz="2800" b="1" dirty="0">
                <a:solidFill>
                  <a:srgbClr val="C0392B"/>
                </a:solidFill>
                <a:latin typeface="Calibri" pitchFamily="34" charset="0"/>
                <a:ea typeface="Calibri" pitchFamily="34" charset="-122"/>
                <a:cs typeface="Calibri" pitchFamily="34" charset="-120"/>
              </a:rPr>
              <a:t>76,6%</a:t>
            </a:r>
            <a:endParaRPr lang="en-US" sz="2800" dirty="0"/>
          </a:p>
        </p:txBody>
      </p:sp>
      <p:sp>
        <p:nvSpPr>
          <p:cNvPr id="37" name="Text 35"/>
          <p:cNvSpPr/>
          <p:nvPr/>
        </p:nvSpPr>
        <p:spPr>
          <a:xfrm>
            <a:off x="4617720" y="314412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Cancer du Sein</a:t>
            </a:r>
            <a:endParaRPr lang="en-US" sz="1000" dirty="0"/>
          </a:p>
        </p:txBody>
      </p:sp>
      <p:sp>
        <p:nvSpPr>
          <p:cNvPr id="38" name="Text 36"/>
          <p:cNvSpPr/>
          <p:nvPr/>
        </p:nvSpPr>
        <p:spPr>
          <a:xfrm>
            <a:off x="4617720" y="339101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de la cohorte</a:t>
            </a:r>
            <a:endParaRPr lang="en-US" sz="900" dirty="0"/>
          </a:p>
        </p:txBody>
      </p:sp>
      <p:sp>
        <p:nvSpPr>
          <p:cNvPr id="39" name="Shape 37"/>
          <p:cNvSpPr/>
          <p:nvPr/>
        </p:nvSpPr>
        <p:spPr>
          <a:xfrm>
            <a:off x="6766560" y="2549769"/>
            <a:ext cx="1965960" cy="1097280"/>
          </a:xfrm>
          <a:prstGeom prst="rect">
            <a:avLst/>
          </a:prstGeom>
          <a:solidFill>
            <a:srgbClr val="1A3A6B"/>
          </a:solidFill>
          <a:ln/>
        </p:spPr>
        <p:txBody>
          <a:bodyPr/>
          <a:lstStyle/>
          <a:p>
            <a:endParaRPr lang="fr-MA"/>
          </a:p>
        </p:txBody>
      </p:sp>
      <p:sp>
        <p:nvSpPr>
          <p:cNvPr id="40" name="Shape 38"/>
          <p:cNvSpPr/>
          <p:nvPr/>
        </p:nvSpPr>
        <p:spPr>
          <a:xfrm>
            <a:off x="6766560" y="2549769"/>
            <a:ext cx="1965960" cy="54864"/>
          </a:xfrm>
          <a:prstGeom prst="rect">
            <a:avLst/>
          </a:prstGeom>
          <a:solidFill>
            <a:srgbClr val="2980B9"/>
          </a:solidFill>
          <a:ln/>
        </p:spPr>
        <p:txBody>
          <a:bodyPr/>
          <a:lstStyle/>
          <a:p>
            <a:endParaRPr lang="fr-MA"/>
          </a:p>
        </p:txBody>
      </p:sp>
      <p:sp>
        <p:nvSpPr>
          <p:cNvPr id="41" name="Text 39"/>
          <p:cNvSpPr/>
          <p:nvPr/>
        </p:nvSpPr>
        <p:spPr>
          <a:xfrm>
            <a:off x="6766560" y="2641209"/>
            <a:ext cx="1965960" cy="502920"/>
          </a:xfrm>
          <a:prstGeom prst="rect">
            <a:avLst/>
          </a:prstGeom>
          <a:noFill/>
          <a:ln/>
        </p:spPr>
        <p:txBody>
          <a:bodyPr wrap="square" lIns="0" tIns="0" rIns="0" bIns="0" rtlCol="0" anchor="ctr"/>
          <a:lstStyle/>
          <a:p>
            <a:pPr marL="0" indent="0" algn="ctr">
              <a:buNone/>
            </a:pPr>
            <a:r>
              <a:rPr lang="en-US" sz="2800" b="1" dirty="0">
                <a:solidFill>
                  <a:srgbClr val="2980B9"/>
                </a:solidFill>
                <a:latin typeface="Calibri" pitchFamily="34" charset="0"/>
                <a:ea typeface="Calibri" pitchFamily="34" charset="-122"/>
                <a:cs typeface="Calibri" pitchFamily="34" charset="-120"/>
              </a:rPr>
              <a:t>23,4%</a:t>
            </a:r>
            <a:endParaRPr lang="en-US" sz="2800" dirty="0"/>
          </a:p>
        </p:txBody>
      </p:sp>
      <p:sp>
        <p:nvSpPr>
          <p:cNvPr id="42" name="Text 40"/>
          <p:cNvSpPr/>
          <p:nvPr/>
        </p:nvSpPr>
        <p:spPr>
          <a:xfrm>
            <a:off x="6766560" y="3144129"/>
            <a:ext cx="19659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Cancer Poumon</a:t>
            </a:r>
            <a:endParaRPr lang="en-US" sz="1000" dirty="0"/>
          </a:p>
        </p:txBody>
      </p:sp>
      <p:sp>
        <p:nvSpPr>
          <p:cNvPr id="43" name="Text 41"/>
          <p:cNvSpPr/>
          <p:nvPr/>
        </p:nvSpPr>
        <p:spPr>
          <a:xfrm>
            <a:off x="6766560" y="3391017"/>
            <a:ext cx="1965960" cy="201168"/>
          </a:xfrm>
          <a:prstGeom prst="rect">
            <a:avLst/>
          </a:prstGeom>
          <a:noFill/>
          <a:ln/>
        </p:spPr>
        <p:txBody>
          <a:bodyPr wrap="square" lIns="0" tIns="0" rIns="0" bIns="0" rtlCol="0" anchor="ctr"/>
          <a:lstStyle/>
          <a:p>
            <a:pPr marL="0" indent="0" algn="ctr">
              <a:buNone/>
            </a:pPr>
            <a:r>
              <a:rPr lang="en-US" sz="900" dirty="0">
                <a:solidFill>
                  <a:srgbClr val="8B9BAE"/>
                </a:solidFill>
                <a:latin typeface="Calibri" pitchFamily="34" charset="0"/>
                <a:ea typeface="Calibri" pitchFamily="34" charset="-122"/>
                <a:cs typeface="Calibri" pitchFamily="34" charset="-120"/>
              </a:rPr>
              <a:t>de la cohorte</a:t>
            </a:r>
            <a:endParaRPr lang="en-US" sz="900" dirty="0"/>
          </a:p>
        </p:txBody>
      </p:sp>
      <p:sp>
        <p:nvSpPr>
          <p:cNvPr id="44" name="Shape 42"/>
          <p:cNvSpPr/>
          <p:nvPr/>
        </p:nvSpPr>
        <p:spPr>
          <a:xfrm>
            <a:off x="320040" y="3967089"/>
            <a:ext cx="8503920" cy="320040"/>
          </a:xfrm>
          <a:prstGeom prst="rect">
            <a:avLst/>
          </a:prstGeom>
          <a:solidFill>
            <a:srgbClr val="1A3A6B"/>
          </a:solidFill>
          <a:ln/>
        </p:spPr>
        <p:txBody>
          <a:bodyPr/>
          <a:lstStyle/>
          <a:p>
            <a:endParaRPr lang="fr-MA"/>
          </a:p>
        </p:txBody>
      </p:sp>
      <p:sp>
        <p:nvSpPr>
          <p:cNvPr id="45" name="Text 43"/>
          <p:cNvSpPr/>
          <p:nvPr/>
        </p:nvSpPr>
        <p:spPr>
          <a:xfrm>
            <a:off x="411480" y="3967089"/>
            <a:ext cx="8321040" cy="320040"/>
          </a:xfrm>
          <a:prstGeom prst="rect">
            <a:avLst/>
          </a:prstGeom>
          <a:noFill/>
          <a:ln/>
        </p:spPr>
        <p:txBody>
          <a:bodyPr wrap="square" lIns="0" tIns="0" rIns="0" bIns="0" rtlCol="0" anchor="ctr"/>
          <a:lstStyle/>
          <a:p>
            <a:pPr marL="0" indent="0" algn="ctr">
              <a:buNone/>
            </a:pPr>
            <a:r>
              <a:rPr lang="en-US" sz="1100" dirty="0">
                <a:solidFill>
                  <a:srgbClr val="E8EDF2"/>
                </a:solidFill>
                <a:latin typeface="Calibri" pitchFamily="34" charset="0"/>
                <a:ea typeface="Calibri" pitchFamily="34" charset="-122"/>
                <a:cs typeface="Calibri" pitchFamily="34" charset="-120"/>
              </a:rPr>
              <a:t>Catégories KPI :    Cliniques   |    Pronostiques   |    Décisionnels   |    Biomarqueurs</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9144000" cy="658368"/>
          </a:xfrm>
          <a:prstGeom prst="rect">
            <a:avLst/>
          </a:prstGeom>
          <a:solidFill>
            <a:srgbClr val="0D2545"/>
          </a:solidFill>
          <a:ln/>
        </p:spPr>
        <p:txBody>
          <a:bodyPr/>
          <a:lstStyle/>
          <a:p>
            <a:endParaRPr lang="fr-MA"/>
          </a:p>
        </p:txBody>
      </p:sp>
      <p:sp>
        <p:nvSpPr>
          <p:cNvPr id="4" name="Text 2"/>
          <p:cNvSpPr/>
          <p:nvPr/>
        </p:nvSpPr>
        <p:spPr>
          <a:xfrm>
            <a:off x="320040" y="0"/>
            <a:ext cx="8503920" cy="658368"/>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ANALYSE DE SURVIE — Kaplan-Meier</a:t>
            </a:r>
            <a:endParaRPr lang="en-US" sz="2000" dirty="0"/>
          </a:p>
        </p:txBody>
      </p:sp>
      <p:sp>
        <p:nvSpPr>
          <p:cNvPr id="7" name="Shape 5"/>
          <p:cNvSpPr/>
          <p:nvPr/>
        </p:nvSpPr>
        <p:spPr>
          <a:xfrm>
            <a:off x="182880" y="1002894"/>
            <a:ext cx="5943600" cy="3794760"/>
          </a:xfrm>
          <a:prstGeom prst="rect">
            <a:avLst/>
          </a:prstGeom>
          <a:solidFill>
            <a:srgbClr val="1A3A6B"/>
          </a:solidFill>
          <a:ln/>
          <a:effectLst>
            <a:outerShdw blurRad="101600" dist="25400" dir="8100000" algn="bl" rotWithShape="0">
              <a:srgbClr val="000000">
                <a:alpha val="8000"/>
              </a:srgbClr>
            </a:outerShdw>
          </a:effectLst>
        </p:spPr>
        <p:txBody>
          <a:bodyPr/>
          <a:lstStyle/>
          <a:p>
            <a:endParaRPr lang="fr-MA"/>
          </a:p>
        </p:txBody>
      </p:sp>
      <p:pic>
        <p:nvPicPr>
          <p:cNvPr id="8" name="Image 0" descr="preencoded.png"/>
          <p:cNvPicPr>
            <a:picLocks noChangeAspect="1"/>
          </p:cNvPicPr>
          <p:nvPr/>
        </p:nvPicPr>
        <p:blipFill>
          <a:blip r:embed="rId3"/>
          <a:stretch>
            <a:fillRect/>
          </a:stretch>
        </p:blipFill>
        <p:spPr>
          <a:xfrm>
            <a:off x="228600" y="1066902"/>
            <a:ext cx="5852160" cy="3685032"/>
          </a:xfrm>
          <a:prstGeom prst="rect">
            <a:avLst/>
          </a:prstGeom>
        </p:spPr>
      </p:pic>
      <p:sp>
        <p:nvSpPr>
          <p:cNvPr id="9" name="Shape 6"/>
          <p:cNvSpPr/>
          <p:nvPr/>
        </p:nvSpPr>
        <p:spPr>
          <a:xfrm>
            <a:off x="6309360" y="1002894"/>
            <a:ext cx="2606040" cy="1371600"/>
          </a:xfrm>
          <a:prstGeom prst="rect">
            <a:avLst/>
          </a:prstGeom>
          <a:solidFill>
            <a:srgbClr val="1A3A6B"/>
          </a:solidFill>
          <a:ln/>
        </p:spPr>
        <p:txBody>
          <a:bodyPr/>
          <a:lstStyle/>
          <a:p>
            <a:endParaRPr lang="fr-MA"/>
          </a:p>
        </p:txBody>
      </p:sp>
      <p:sp>
        <p:nvSpPr>
          <p:cNvPr id="10" name="Shape 7"/>
          <p:cNvSpPr/>
          <p:nvPr/>
        </p:nvSpPr>
        <p:spPr>
          <a:xfrm>
            <a:off x="6309360" y="1002894"/>
            <a:ext cx="2606040" cy="64008"/>
          </a:xfrm>
          <a:prstGeom prst="rect">
            <a:avLst/>
          </a:prstGeom>
          <a:solidFill>
            <a:srgbClr val="8E44AD"/>
          </a:solidFill>
          <a:ln/>
        </p:spPr>
        <p:txBody>
          <a:bodyPr/>
          <a:lstStyle/>
          <a:p>
            <a:endParaRPr lang="fr-MA"/>
          </a:p>
        </p:txBody>
      </p:sp>
      <p:sp>
        <p:nvSpPr>
          <p:cNvPr id="11" name="Text 8"/>
          <p:cNvSpPr/>
          <p:nvPr/>
        </p:nvSpPr>
        <p:spPr>
          <a:xfrm>
            <a:off x="6400800" y="1066902"/>
            <a:ext cx="2423160" cy="292608"/>
          </a:xfrm>
          <a:prstGeom prst="rect">
            <a:avLst/>
          </a:prstGeom>
          <a:noFill/>
          <a:ln/>
        </p:spPr>
        <p:txBody>
          <a:bodyPr wrap="square" lIns="0" tIns="0" rIns="0" bIns="0" rtlCol="0" anchor="ctr"/>
          <a:lstStyle/>
          <a:p>
            <a:pPr marL="0" indent="0">
              <a:buNone/>
            </a:pPr>
            <a:r>
              <a:rPr lang="en-US" sz="1100" b="1" dirty="0">
                <a:solidFill>
                  <a:srgbClr val="E8EDF2"/>
                </a:solidFill>
                <a:latin typeface="Calibri" pitchFamily="34" charset="0"/>
                <a:ea typeface="Calibri" pitchFamily="34" charset="-122"/>
                <a:cs typeface="Calibri" pitchFamily="34" charset="-120"/>
              </a:rPr>
              <a:t>Méthode utilisée</a:t>
            </a:r>
            <a:endParaRPr lang="en-US" sz="1100" dirty="0"/>
          </a:p>
        </p:txBody>
      </p:sp>
      <p:sp>
        <p:nvSpPr>
          <p:cNvPr id="12" name="Text 9"/>
          <p:cNvSpPr/>
          <p:nvPr/>
        </p:nvSpPr>
        <p:spPr>
          <a:xfrm>
            <a:off x="6400800" y="1396086"/>
            <a:ext cx="2423160" cy="914400"/>
          </a:xfrm>
          <a:prstGeom prst="rect">
            <a:avLst/>
          </a:prstGeom>
          <a:noFill/>
          <a:ln/>
        </p:spPr>
        <p:txBody>
          <a:bodyPr wrap="square" lIns="0" tIns="0" rIns="0" bIns="0" rtlCol="0" anchor="ctr"/>
          <a:lstStyle/>
          <a:p>
            <a:pPr marL="0" indent="0">
              <a:buNone/>
            </a:pPr>
            <a:r>
              <a:rPr lang="en-US" sz="800" dirty="0">
                <a:solidFill>
                  <a:srgbClr val="1ABC9C"/>
                </a:solidFill>
                <a:latin typeface="Courier New" pitchFamily="34" charset="0"/>
                <a:ea typeface="Courier New" pitchFamily="34" charset="-122"/>
                <a:cs typeface="Courier New" pitchFamily="34" charset="-120"/>
              </a:rPr>
              <a:t>from lifelines import KaplanMeierFitter</a:t>
            </a:r>
            <a:endParaRPr lang="en-US" sz="800" dirty="0"/>
          </a:p>
          <a:p>
            <a:pPr marL="0" indent="0">
              <a:buNone/>
            </a:pPr>
            <a:endParaRPr lang="en-US" sz="800" dirty="0"/>
          </a:p>
          <a:p>
            <a:pPr marL="0" indent="0">
              <a:buNone/>
            </a:pPr>
            <a:r>
              <a:rPr lang="en-US" sz="800" dirty="0">
                <a:solidFill>
                  <a:srgbClr val="1ABC9C"/>
                </a:solidFill>
                <a:latin typeface="Courier New" pitchFamily="34" charset="0"/>
                <a:ea typeface="Courier New" pitchFamily="34" charset="-122"/>
                <a:cs typeface="Courier New" pitchFamily="34" charset="-120"/>
              </a:rPr>
              <a:t>kmf = KaplanMeierFitter()</a:t>
            </a:r>
            <a:endParaRPr lang="en-US" sz="800" dirty="0"/>
          </a:p>
          <a:p>
            <a:pPr marL="0" indent="0">
              <a:buNone/>
            </a:pPr>
            <a:r>
              <a:rPr lang="en-US" sz="800" dirty="0">
                <a:solidFill>
                  <a:srgbClr val="1ABC9C"/>
                </a:solidFill>
                <a:latin typeface="Courier New" pitchFamily="34" charset="0"/>
                <a:ea typeface="Courier New" pitchFamily="34" charset="-122"/>
                <a:cs typeface="Courier New" pitchFamily="34" charset="-120"/>
              </a:rPr>
              <a:t>kmf.fit(durations, events)</a:t>
            </a:r>
            <a:endParaRPr lang="en-US" sz="800" dirty="0"/>
          </a:p>
          <a:p>
            <a:pPr marL="0" indent="0">
              <a:buNone/>
            </a:pPr>
            <a:r>
              <a:rPr lang="en-US" sz="800" dirty="0">
                <a:solidFill>
                  <a:srgbClr val="1ABC9C"/>
                </a:solidFill>
                <a:latin typeface="Courier New" pitchFamily="34" charset="0"/>
                <a:ea typeface="Courier New" pitchFamily="34" charset="-122"/>
                <a:cs typeface="Courier New" pitchFamily="34" charset="-120"/>
              </a:rPr>
              <a:t>kmf.plot_survival_function()</a:t>
            </a:r>
            <a:endParaRPr lang="en-US" sz="800" dirty="0"/>
          </a:p>
        </p:txBody>
      </p:sp>
      <p:sp>
        <p:nvSpPr>
          <p:cNvPr id="13" name="Shape 10"/>
          <p:cNvSpPr/>
          <p:nvPr/>
        </p:nvSpPr>
        <p:spPr>
          <a:xfrm>
            <a:off x="6309360" y="2511654"/>
            <a:ext cx="2606040" cy="2286000"/>
          </a:xfrm>
          <a:prstGeom prst="rect">
            <a:avLst/>
          </a:prstGeom>
          <a:solidFill>
            <a:srgbClr val="1A3A6B"/>
          </a:solidFill>
          <a:ln/>
        </p:spPr>
        <p:txBody>
          <a:bodyPr/>
          <a:lstStyle/>
          <a:p>
            <a:endParaRPr lang="fr-MA"/>
          </a:p>
        </p:txBody>
      </p:sp>
      <p:sp>
        <p:nvSpPr>
          <p:cNvPr id="14" name="Shape 11"/>
          <p:cNvSpPr/>
          <p:nvPr/>
        </p:nvSpPr>
        <p:spPr>
          <a:xfrm>
            <a:off x="6309360" y="2511654"/>
            <a:ext cx="2606040" cy="64008"/>
          </a:xfrm>
          <a:prstGeom prst="rect">
            <a:avLst/>
          </a:prstGeom>
          <a:solidFill>
            <a:srgbClr val="1ABC9C"/>
          </a:solidFill>
          <a:ln/>
        </p:spPr>
        <p:txBody>
          <a:bodyPr/>
          <a:lstStyle/>
          <a:p>
            <a:endParaRPr lang="fr-MA"/>
          </a:p>
        </p:txBody>
      </p:sp>
      <p:sp>
        <p:nvSpPr>
          <p:cNvPr id="15" name="Text 12"/>
          <p:cNvSpPr/>
          <p:nvPr/>
        </p:nvSpPr>
        <p:spPr>
          <a:xfrm>
            <a:off x="6400800" y="2575662"/>
            <a:ext cx="2423160" cy="292608"/>
          </a:xfrm>
          <a:prstGeom prst="rect">
            <a:avLst/>
          </a:prstGeom>
          <a:noFill/>
          <a:ln/>
        </p:spPr>
        <p:txBody>
          <a:bodyPr wrap="square" lIns="0" tIns="0" rIns="0" bIns="0" rtlCol="0" anchor="ctr"/>
          <a:lstStyle/>
          <a:p>
            <a:pPr marL="0" indent="0">
              <a:buNone/>
            </a:pPr>
            <a:r>
              <a:rPr lang="en-US" sz="1100" b="1" dirty="0">
                <a:solidFill>
                  <a:srgbClr val="E8EDF2"/>
                </a:solidFill>
                <a:latin typeface="Calibri" pitchFamily="34" charset="0"/>
                <a:ea typeface="Calibri" pitchFamily="34" charset="-122"/>
                <a:cs typeface="Calibri" pitchFamily="34" charset="-120"/>
              </a:rPr>
              <a:t>Résultats clés</a:t>
            </a:r>
            <a:endParaRPr lang="en-US" sz="1100" dirty="0"/>
          </a:p>
        </p:txBody>
      </p:sp>
      <p:sp>
        <p:nvSpPr>
          <p:cNvPr id="16" name="Text 13"/>
          <p:cNvSpPr/>
          <p:nvPr/>
        </p:nvSpPr>
        <p:spPr>
          <a:xfrm>
            <a:off x="6400800" y="2950566"/>
            <a:ext cx="32004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7" name="Text 14"/>
          <p:cNvSpPr/>
          <p:nvPr/>
        </p:nvSpPr>
        <p:spPr>
          <a:xfrm>
            <a:off x="6748272" y="2950566"/>
            <a:ext cx="2075688" cy="347472"/>
          </a:xfrm>
          <a:prstGeom prst="rect">
            <a:avLst/>
          </a:prstGeom>
          <a:noFill/>
          <a:ln/>
        </p:spPr>
        <p:txBody>
          <a:bodyPr wrap="square" lIns="0" tIns="0" rIns="0" bIns="0" rtlCol="0" anchor="t"/>
          <a:lstStyle/>
          <a:p>
            <a:pPr marL="0" indent="0">
              <a:buNone/>
            </a:pPr>
            <a:r>
              <a:rPr lang="en-US" sz="900" dirty="0">
                <a:solidFill>
                  <a:srgbClr val="E8EDF2"/>
                </a:solidFill>
                <a:latin typeface="Calibri" pitchFamily="34" charset="0"/>
                <a:ea typeface="Calibri" pitchFamily="34" charset="-122"/>
                <a:cs typeface="Calibri" pitchFamily="34" charset="-120"/>
              </a:rPr>
              <a:t>Breast : survie + stable,</a:t>
            </a:r>
            <a:endParaRPr lang="en-US" sz="900" dirty="0"/>
          </a:p>
          <a:p>
            <a:pPr marL="0" indent="0">
              <a:buNone/>
            </a:pPr>
            <a:r>
              <a:rPr lang="en-US" sz="900" dirty="0">
                <a:solidFill>
                  <a:srgbClr val="E8EDF2"/>
                </a:solidFill>
                <a:latin typeface="Calibri" pitchFamily="34" charset="0"/>
                <a:ea typeface="Calibri" pitchFamily="34" charset="-122"/>
                <a:cs typeface="Calibri" pitchFamily="34" charset="-120"/>
              </a:rPr>
              <a:t>courbe décroissante douce</a:t>
            </a:r>
            <a:endParaRPr lang="en-US" sz="900" dirty="0"/>
          </a:p>
        </p:txBody>
      </p:sp>
      <p:sp>
        <p:nvSpPr>
          <p:cNvPr id="18" name="Text 15"/>
          <p:cNvSpPr/>
          <p:nvPr/>
        </p:nvSpPr>
        <p:spPr>
          <a:xfrm>
            <a:off x="6400800" y="3407766"/>
            <a:ext cx="32004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19" name="Text 16"/>
          <p:cNvSpPr/>
          <p:nvPr/>
        </p:nvSpPr>
        <p:spPr>
          <a:xfrm>
            <a:off x="6748272" y="3407766"/>
            <a:ext cx="2075688" cy="347472"/>
          </a:xfrm>
          <a:prstGeom prst="rect">
            <a:avLst/>
          </a:prstGeom>
          <a:noFill/>
          <a:ln/>
        </p:spPr>
        <p:txBody>
          <a:bodyPr wrap="square" lIns="0" tIns="0" rIns="0" bIns="0" rtlCol="0" anchor="t"/>
          <a:lstStyle/>
          <a:p>
            <a:pPr marL="0" indent="0">
              <a:buNone/>
            </a:pPr>
            <a:r>
              <a:rPr lang="en-US" sz="900" dirty="0">
                <a:solidFill>
                  <a:srgbClr val="E8EDF2"/>
                </a:solidFill>
                <a:latin typeface="Calibri" pitchFamily="34" charset="0"/>
                <a:ea typeface="Calibri" pitchFamily="34" charset="-122"/>
                <a:cs typeface="Calibri" pitchFamily="34" charset="-120"/>
              </a:rPr>
              <a:t>Lung : chute rapide,</a:t>
            </a:r>
            <a:endParaRPr lang="en-US" sz="900" dirty="0"/>
          </a:p>
          <a:p>
            <a:pPr marL="0" indent="0">
              <a:buNone/>
            </a:pPr>
            <a:r>
              <a:rPr lang="en-US" sz="900" dirty="0">
                <a:solidFill>
                  <a:srgbClr val="E8EDF2"/>
                </a:solidFill>
                <a:latin typeface="Calibri" pitchFamily="34" charset="0"/>
                <a:ea typeface="Calibri" pitchFamily="34" charset="-122"/>
                <a:cs typeface="Calibri" pitchFamily="34" charset="-120"/>
              </a:rPr>
              <a:t>pronostic plus sévère</a:t>
            </a:r>
            <a:endParaRPr lang="en-US" sz="900" dirty="0"/>
          </a:p>
        </p:txBody>
      </p:sp>
      <p:sp>
        <p:nvSpPr>
          <p:cNvPr id="20" name="Text 17"/>
          <p:cNvSpPr/>
          <p:nvPr/>
        </p:nvSpPr>
        <p:spPr>
          <a:xfrm>
            <a:off x="6400800" y="3864966"/>
            <a:ext cx="32004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21" name="Text 18"/>
          <p:cNvSpPr/>
          <p:nvPr/>
        </p:nvSpPr>
        <p:spPr>
          <a:xfrm>
            <a:off x="6748272" y="3864966"/>
            <a:ext cx="2075688" cy="347472"/>
          </a:xfrm>
          <a:prstGeom prst="rect">
            <a:avLst/>
          </a:prstGeom>
          <a:noFill/>
          <a:ln/>
        </p:spPr>
        <p:txBody>
          <a:bodyPr wrap="square" lIns="0" tIns="0" rIns="0" bIns="0" rtlCol="0" anchor="t"/>
          <a:lstStyle/>
          <a:p>
            <a:pPr marL="0" indent="0">
              <a:buNone/>
            </a:pPr>
            <a:r>
              <a:rPr lang="en-US" sz="900" dirty="0">
                <a:solidFill>
                  <a:srgbClr val="E8EDF2"/>
                </a:solidFill>
                <a:latin typeface="Calibri" pitchFamily="34" charset="0"/>
                <a:ea typeface="Calibri" pitchFamily="34" charset="-122"/>
                <a:cs typeface="Calibri" pitchFamily="34" charset="-120"/>
              </a:rPr>
              <a:t>High Risk : survie s'effondre</a:t>
            </a:r>
            <a:endParaRPr lang="en-US" sz="900" dirty="0"/>
          </a:p>
          <a:p>
            <a:pPr marL="0" indent="0">
              <a:buNone/>
            </a:pPr>
            <a:r>
              <a:rPr lang="en-US" sz="900" dirty="0">
                <a:solidFill>
                  <a:srgbClr val="E8EDF2"/>
                </a:solidFill>
                <a:latin typeface="Calibri" pitchFamily="34" charset="0"/>
                <a:ea typeface="Calibri" pitchFamily="34" charset="-122"/>
                <a:cs typeface="Calibri" pitchFamily="34" charset="-120"/>
              </a:rPr>
              <a:t>dès les 1ers mois</a:t>
            </a:r>
            <a:endParaRPr lang="en-US" sz="900" dirty="0"/>
          </a:p>
        </p:txBody>
      </p:sp>
      <p:sp>
        <p:nvSpPr>
          <p:cNvPr id="22" name="Text 19"/>
          <p:cNvSpPr/>
          <p:nvPr/>
        </p:nvSpPr>
        <p:spPr>
          <a:xfrm>
            <a:off x="6400800" y="4322166"/>
            <a:ext cx="320040" cy="347472"/>
          </a:xfrm>
          <a:prstGeom prst="rect">
            <a:avLst/>
          </a:prstGeom>
          <a:noFill/>
          <a:ln/>
        </p:spPr>
        <p:txBody>
          <a:bodyPr wrap="square" lIns="0" tIns="0" rIns="0" bIns="0" rtlCol="0" anchor="ctr"/>
          <a:lstStyle/>
          <a:p>
            <a:pPr marL="0" indent="0">
              <a:buNone/>
            </a:pPr>
            <a:r>
              <a:rPr lang="en-US" sz="1600" dirty="0">
                <a:solidFill>
                  <a:srgbClr val="000000"/>
                </a:solidFill>
              </a:rPr>
              <a:t>🟢</a:t>
            </a:r>
            <a:endParaRPr lang="en-US" sz="1600" dirty="0"/>
          </a:p>
        </p:txBody>
      </p:sp>
      <p:sp>
        <p:nvSpPr>
          <p:cNvPr id="23" name="Text 20"/>
          <p:cNvSpPr/>
          <p:nvPr/>
        </p:nvSpPr>
        <p:spPr>
          <a:xfrm>
            <a:off x="6748272" y="4322166"/>
            <a:ext cx="2075688" cy="347472"/>
          </a:xfrm>
          <a:prstGeom prst="rect">
            <a:avLst/>
          </a:prstGeom>
          <a:noFill/>
          <a:ln/>
        </p:spPr>
        <p:txBody>
          <a:bodyPr wrap="square" lIns="0" tIns="0" rIns="0" bIns="0" rtlCol="0" anchor="t"/>
          <a:lstStyle/>
          <a:p>
            <a:pPr marL="0" indent="0">
              <a:buNone/>
            </a:pPr>
            <a:r>
              <a:rPr lang="en-US" sz="900" dirty="0">
                <a:solidFill>
                  <a:srgbClr val="E8EDF2"/>
                </a:solidFill>
                <a:latin typeface="Calibri" pitchFamily="34" charset="0"/>
                <a:ea typeface="Calibri" pitchFamily="34" charset="-122"/>
                <a:cs typeface="Calibri" pitchFamily="34" charset="-120"/>
              </a:rPr>
              <a:t>Low Risk : plateau élevé,</a:t>
            </a:r>
            <a:endParaRPr lang="en-US" sz="900" dirty="0"/>
          </a:p>
          <a:p>
            <a:pPr marL="0" indent="0">
              <a:buNone/>
            </a:pPr>
            <a:r>
              <a:rPr lang="en-US" sz="900" dirty="0">
                <a:solidFill>
                  <a:srgbClr val="E8EDF2"/>
                </a:solidFill>
                <a:latin typeface="Calibri" pitchFamily="34" charset="0"/>
                <a:ea typeface="Calibri" pitchFamily="34" charset="-122"/>
                <a:cs typeface="Calibri" pitchFamily="34" charset="-120"/>
              </a:rPr>
              <a:t>très bonne survie</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545"/>
          </a:solidFill>
          <a:ln/>
        </p:spPr>
        <p:txBody>
          <a:bodyPr/>
          <a:lstStyle/>
          <a:p>
            <a:endParaRPr lang="fr-MA"/>
          </a:p>
        </p:txBody>
      </p:sp>
      <p:sp>
        <p:nvSpPr>
          <p:cNvPr id="3" name="Text 1"/>
          <p:cNvSpPr/>
          <p:nvPr/>
        </p:nvSpPr>
        <p:spPr>
          <a:xfrm>
            <a:off x="365760" y="0"/>
            <a:ext cx="8503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DASHBOARD — Page 1 : Patient Population Overview</a:t>
            </a:r>
            <a:endParaRPr lang="en-US" sz="1600" dirty="0"/>
          </a:p>
        </p:txBody>
      </p:sp>
      <p:pic>
        <p:nvPicPr>
          <p:cNvPr id="4" name="Image 0" descr="preencoded.png"/>
          <p:cNvPicPr>
            <a:picLocks noChangeAspect="1"/>
          </p:cNvPicPr>
          <p:nvPr/>
        </p:nvPicPr>
        <p:blipFill>
          <a:blip r:embed="rId3"/>
          <a:stretch>
            <a:fillRect/>
          </a:stretch>
        </p:blipFill>
        <p:spPr>
          <a:xfrm>
            <a:off x="137160" y="685800"/>
            <a:ext cx="8869680" cy="4297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545"/>
          </a:solidFill>
          <a:ln/>
        </p:spPr>
        <p:txBody>
          <a:bodyPr/>
          <a:lstStyle/>
          <a:p>
            <a:endParaRPr lang="fr-MA"/>
          </a:p>
        </p:txBody>
      </p:sp>
      <p:sp>
        <p:nvSpPr>
          <p:cNvPr id="3" name="Text 1"/>
          <p:cNvSpPr/>
          <p:nvPr/>
        </p:nvSpPr>
        <p:spPr>
          <a:xfrm>
            <a:off x="365760" y="0"/>
            <a:ext cx="8503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DASHBOARD — Page 2 : Clinical Risk Analysis &amp; Survival Outcomes</a:t>
            </a:r>
            <a:endParaRPr lang="en-US" sz="1600" dirty="0"/>
          </a:p>
        </p:txBody>
      </p:sp>
      <p:pic>
        <p:nvPicPr>
          <p:cNvPr id="4" name="Image 0" descr="preencoded.png"/>
          <p:cNvPicPr>
            <a:picLocks noChangeAspect="1"/>
          </p:cNvPicPr>
          <p:nvPr/>
        </p:nvPicPr>
        <p:blipFill>
          <a:blip r:embed="rId3"/>
          <a:stretch>
            <a:fillRect/>
          </a:stretch>
        </p:blipFill>
        <p:spPr>
          <a:xfrm>
            <a:off x="137160" y="685800"/>
            <a:ext cx="8869680" cy="4297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545"/>
          </a:solidFill>
          <a:ln/>
        </p:spPr>
        <p:txBody>
          <a:bodyPr/>
          <a:lstStyle/>
          <a:p>
            <a:endParaRPr lang="fr-MA"/>
          </a:p>
        </p:txBody>
      </p:sp>
      <p:sp>
        <p:nvSpPr>
          <p:cNvPr id="3" name="Text 1"/>
          <p:cNvSpPr/>
          <p:nvPr/>
        </p:nvSpPr>
        <p:spPr>
          <a:xfrm>
            <a:off x="365760" y="0"/>
            <a:ext cx="850392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DASHBOARD — Page 3 : Biomarker-Based Decision Support</a:t>
            </a:r>
            <a:endParaRPr lang="en-US" sz="1600" dirty="0"/>
          </a:p>
        </p:txBody>
      </p:sp>
      <p:pic>
        <p:nvPicPr>
          <p:cNvPr id="4" name="Image 0" descr="preencoded.png"/>
          <p:cNvPicPr>
            <a:picLocks noChangeAspect="1"/>
          </p:cNvPicPr>
          <p:nvPr/>
        </p:nvPicPr>
        <p:blipFill>
          <a:blip r:embed="rId3"/>
          <a:stretch>
            <a:fillRect/>
          </a:stretch>
        </p:blipFill>
        <p:spPr>
          <a:xfrm>
            <a:off x="137160" y="685800"/>
            <a:ext cx="8869680" cy="4297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545"/>
          </a:solidFill>
          <a:ln/>
        </p:spPr>
        <p:txBody>
          <a:bodyPr/>
          <a:lstStyle/>
          <a:p>
            <a:endParaRPr lang="fr-MA"/>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RÉSULTATS CLÉS</a:t>
            </a:r>
            <a:endParaRPr lang="en-US" sz="2200" dirty="0"/>
          </a:p>
        </p:txBody>
      </p:sp>
      <p:sp>
        <p:nvSpPr>
          <p:cNvPr id="4" name="Shape 2"/>
          <p:cNvSpPr/>
          <p:nvPr/>
        </p:nvSpPr>
        <p:spPr>
          <a:xfrm>
            <a:off x="274320" y="868680"/>
            <a:ext cx="4160520" cy="11887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fr-MA"/>
          </a:p>
        </p:txBody>
      </p:sp>
      <p:sp>
        <p:nvSpPr>
          <p:cNvPr id="5" name="Shape 3"/>
          <p:cNvSpPr/>
          <p:nvPr/>
        </p:nvSpPr>
        <p:spPr>
          <a:xfrm>
            <a:off x="274320" y="868680"/>
            <a:ext cx="54864" cy="1188720"/>
          </a:xfrm>
          <a:prstGeom prst="rect">
            <a:avLst/>
          </a:prstGeom>
          <a:solidFill>
            <a:srgbClr val="C0392B"/>
          </a:solidFill>
          <a:ln/>
        </p:spPr>
        <p:txBody>
          <a:bodyPr/>
          <a:lstStyle/>
          <a:p>
            <a:endParaRPr lang="fr-MA"/>
          </a:p>
        </p:txBody>
      </p:sp>
      <p:sp>
        <p:nvSpPr>
          <p:cNvPr id="7" name="Text 5"/>
          <p:cNvSpPr/>
          <p:nvPr/>
        </p:nvSpPr>
        <p:spPr>
          <a:xfrm>
            <a:off x="640080" y="960120"/>
            <a:ext cx="3657600" cy="365760"/>
          </a:xfrm>
          <a:prstGeom prst="rect">
            <a:avLst/>
          </a:prstGeom>
          <a:noFill/>
          <a:ln/>
        </p:spPr>
        <p:txBody>
          <a:bodyPr wrap="square" lIns="0" tIns="0" rIns="0" bIns="0" rtlCol="0" anchor="ctr"/>
          <a:lstStyle/>
          <a:p>
            <a:pPr marL="0" indent="0">
              <a:buNone/>
            </a:pPr>
            <a:r>
              <a:rPr lang="en-US" sz="1200" b="1" dirty="0">
                <a:solidFill>
                  <a:srgbClr val="1A2733"/>
                </a:solidFill>
                <a:latin typeface="Calibri" pitchFamily="34" charset="0"/>
                <a:ea typeface="Calibri" pitchFamily="34" charset="-122"/>
                <a:cs typeface="Calibri" pitchFamily="34" charset="-120"/>
              </a:rPr>
              <a:t>Cancer du Sein dominant</a:t>
            </a:r>
            <a:endParaRPr lang="en-US" sz="1200" dirty="0"/>
          </a:p>
        </p:txBody>
      </p:sp>
      <p:sp>
        <p:nvSpPr>
          <p:cNvPr id="9" name="Shape 7"/>
          <p:cNvSpPr/>
          <p:nvPr/>
        </p:nvSpPr>
        <p:spPr>
          <a:xfrm>
            <a:off x="4709160" y="868680"/>
            <a:ext cx="4160520" cy="11887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fr-MA"/>
          </a:p>
        </p:txBody>
      </p:sp>
      <p:sp>
        <p:nvSpPr>
          <p:cNvPr id="10" name="Shape 8"/>
          <p:cNvSpPr/>
          <p:nvPr/>
        </p:nvSpPr>
        <p:spPr>
          <a:xfrm>
            <a:off x="4709160" y="868680"/>
            <a:ext cx="54864" cy="1188720"/>
          </a:xfrm>
          <a:prstGeom prst="rect">
            <a:avLst/>
          </a:prstGeom>
          <a:solidFill>
            <a:srgbClr val="C0392B"/>
          </a:solidFill>
          <a:ln/>
        </p:spPr>
        <p:txBody>
          <a:bodyPr/>
          <a:lstStyle/>
          <a:p>
            <a:endParaRPr lang="fr-MA"/>
          </a:p>
        </p:txBody>
      </p:sp>
      <p:sp>
        <p:nvSpPr>
          <p:cNvPr id="12" name="Text 10"/>
          <p:cNvSpPr/>
          <p:nvPr/>
        </p:nvSpPr>
        <p:spPr>
          <a:xfrm>
            <a:off x="5074920" y="978408"/>
            <a:ext cx="3383280" cy="365760"/>
          </a:xfrm>
          <a:prstGeom prst="rect">
            <a:avLst/>
          </a:prstGeom>
          <a:noFill/>
          <a:ln/>
        </p:spPr>
        <p:txBody>
          <a:bodyPr wrap="square" lIns="0" tIns="0" rIns="0" bIns="0" rtlCol="0" anchor="ctr"/>
          <a:lstStyle/>
          <a:p>
            <a:pPr marL="0" indent="0">
              <a:buNone/>
            </a:pPr>
            <a:r>
              <a:rPr lang="en-US" sz="1200" b="1" dirty="0">
                <a:solidFill>
                  <a:srgbClr val="1A2733"/>
                </a:solidFill>
                <a:latin typeface="Calibri" pitchFamily="34" charset="0"/>
                <a:ea typeface="Calibri" pitchFamily="34" charset="-122"/>
                <a:cs typeface="Calibri" pitchFamily="34" charset="-120"/>
              </a:rPr>
              <a:t>High Risk = mortalité 71,6%</a:t>
            </a:r>
            <a:endParaRPr lang="en-US" sz="1200" dirty="0"/>
          </a:p>
        </p:txBody>
      </p:sp>
      <p:sp>
        <p:nvSpPr>
          <p:cNvPr id="13" name="Text 11"/>
          <p:cNvSpPr/>
          <p:nvPr/>
        </p:nvSpPr>
        <p:spPr>
          <a:xfrm>
            <a:off x="4846320" y="1417320"/>
            <a:ext cx="3840480" cy="566928"/>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Les patients High Risk présentent un taux de décès 3x supérieur aux Low Risk (24,5%).</a:t>
            </a:r>
            <a:endParaRPr lang="en-US" sz="1100" dirty="0"/>
          </a:p>
        </p:txBody>
      </p:sp>
      <p:sp>
        <p:nvSpPr>
          <p:cNvPr id="14" name="Shape 12"/>
          <p:cNvSpPr/>
          <p:nvPr/>
        </p:nvSpPr>
        <p:spPr>
          <a:xfrm>
            <a:off x="274320" y="2240280"/>
            <a:ext cx="4160520" cy="11887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fr-MA"/>
          </a:p>
        </p:txBody>
      </p:sp>
      <p:sp>
        <p:nvSpPr>
          <p:cNvPr id="15" name="Shape 13"/>
          <p:cNvSpPr/>
          <p:nvPr/>
        </p:nvSpPr>
        <p:spPr>
          <a:xfrm>
            <a:off x="274320" y="2240280"/>
            <a:ext cx="54864" cy="1188720"/>
          </a:xfrm>
          <a:prstGeom prst="rect">
            <a:avLst/>
          </a:prstGeom>
          <a:solidFill>
            <a:srgbClr val="2980B9"/>
          </a:solidFill>
          <a:ln/>
        </p:spPr>
        <p:txBody>
          <a:bodyPr/>
          <a:lstStyle/>
          <a:p>
            <a:endParaRPr lang="fr-MA"/>
          </a:p>
        </p:txBody>
      </p:sp>
      <p:sp>
        <p:nvSpPr>
          <p:cNvPr id="17" name="Text 15"/>
          <p:cNvSpPr/>
          <p:nvPr/>
        </p:nvSpPr>
        <p:spPr>
          <a:xfrm>
            <a:off x="635508" y="2331720"/>
            <a:ext cx="3662172" cy="365760"/>
          </a:xfrm>
          <a:prstGeom prst="rect">
            <a:avLst/>
          </a:prstGeom>
          <a:noFill/>
          <a:ln/>
        </p:spPr>
        <p:txBody>
          <a:bodyPr wrap="square" lIns="0" tIns="0" rIns="0" bIns="0" rtlCol="0" anchor="ctr"/>
          <a:lstStyle/>
          <a:p>
            <a:r>
              <a:rPr lang="en-US" sz="1200" b="1" dirty="0">
                <a:solidFill>
                  <a:srgbClr val="1A2733"/>
                </a:solidFill>
                <a:latin typeface="Calibri" pitchFamily="34" charset="0"/>
                <a:ea typeface="Calibri" pitchFamily="34" charset="-122"/>
                <a:cs typeface="Calibri" pitchFamily="34" charset="-120"/>
              </a:rPr>
              <a:t>Stade IIIC = </a:t>
            </a:r>
            <a:r>
              <a:rPr lang="en-US" sz="1200" b="1" dirty="0" err="1">
                <a:solidFill>
                  <a:srgbClr val="1A2733"/>
                </a:solidFill>
                <a:latin typeface="Calibri" pitchFamily="34" charset="0"/>
                <a:ea typeface="Calibri" pitchFamily="34" charset="-122"/>
                <a:cs typeface="Calibri" pitchFamily="34" charset="-120"/>
              </a:rPr>
              <a:t>mortalité</a:t>
            </a:r>
            <a:r>
              <a:rPr lang="en-US" sz="1200" b="1" dirty="0">
                <a:solidFill>
                  <a:srgbClr val="1A2733"/>
                </a:solidFill>
                <a:latin typeface="Calibri" pitchFamily="34" charset="0"/>
                <a:ea typeface="Calibri" pitchFamily="34" charset="-122"/>
                <a:cs typeface="Calibri" pitchFamily="34" charset="-120"/>
              </a:rPr>
              <a:t> </a:t>
            </a:r>
            <a:r>
              <a:rPr lang="en-US" sz="1200" b="1" dirty="0" err="1">
                <a:solidFill>
                  <a:srgbClr val="1A2733"/>
                </a:solidFill>
                <a:latin typeface="Calibri" pitchFamily="34" charset="0"/>
                <a:ea typeface="Calibri" pitchFamily="34" charset="-122"/>
                <a:cs typeface="Calibri" pitchFamily="34" charset="-120"/>
              </a:rPr>
              <a:t>maximale</a:t>
            </a:r>
            <a:endParaRPr lang="en-US" sz="1200" dirty="0"/>
          </a:p>
        </p:txBody>
      </p:sp>
      <p:sp>
        <p:nvSpPr>
          <p:cNvPr id="18" name="Text 16"/>
          <p:cNvSpPr/>
          <p:nvPr/>
        </p:nvSpPr>
        <p:spPr>
          <a:xfrm>
            <a:off x="411480" y="2788920"/>
            <a:ext cx="3840480" cy="566928"/>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La progression du stade tumoral est le facteur clinique le plus corrélé à la mortalité.</a:t>
            </a:r>
            <a:endParaRPr lang="en-US" sz="1100" dirty="0"/>
          </a:p>
        </p:txBody>
      </p:sp>
      <p:sp>
        <p:nvSpPr>
          <p:cNvPr id="19" name="Shape 17"/>
          <p:cNvSpPr/>
          <p:nvPr/>
        </p:nvSpPr>
        <p:spPr>
          <a:xfrm>
            <a:off x="4709160" y="2240280"/>
            <a:ext cx="4160520" cy="11887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fr-MA"/>
          </a:p>
        </p:txBody>
      </p:sp>
      <p:sp>
        <p:nvSpPr>
          <p:cNvPr id="20" name="Shape 18"/>
          <p:cNvSpPr/>
          <p:nvPr/>
        </p:nvSpPr>
        <p:spPr>
          <a:xfrm>
            <a:off x="4709160" y="2240280"/>
            <a:ext cx="54864" cy="1188720"/>
          </a:xfrm>
          <a:prstGeom prst="rect">
            <a:avLst/>
          </a:prstGeom>
          <a:solidFill>
            <a:srgbClr val="8E44AD"/>
          </a:solidFill>
          <a:ln/>
        </p:spPr>
        <p:txBody>
          <a:bodyPr/>
          <a:lstStyle/>
          <a:p>
            <a:endParaRPr lang="fr-MA"/>
          </a:p>
        </p:txBody>
      </p:sp>
      <p:sp>
        <p:nvSpPr>
          <p:cNvPr id="22" name="Text 20"/>
          <p:cNvSpPr/>
          <p:nvPr/>
        </p:nvSpPr>
        <p:spPr>
          <a:xfrm>
            <a:off x="5074920" y="2334080"/>
            <a:ext cx="3433572" cy="365760"/>
          </a:xfrm>
          <a:prstGeom prst="rect">
            <a:avLst/>
          </a:prstGeom>
          <a:noFill/>
          <a:ln/>
        </p:spPr>
        <p:txBody>
          <a:bodyPr wrap="square" lIns="0" tIns="0" rIns="0" bIns="0" rtlCol="0" anchor="ctr"/>
          <a:lstStyle/>
          <a:p>
            <a:pPr marL="0" indent="0">
              <a:buNone/>
            </a:pPr>
            <a:r>
              <a:rPr lang="en-US" sz="1200" b="1" dirty="0">
                <a:solidFill>
                  <a:srgbClr val="1A2733"/>
                </a:solidFill>
                <a:latin typeface="Calibri" pitchFamily="34" charset="0"/>
                <a:ea typeface="Calibri" pitchFamily="34" charset="-122"/>
                <a:cs typeface="Calibri" pitchFamily="34" charset="-120"/>
              </a:rPr>
              <a:t>10 biomarqueurs intégrés</a:t>
            </a:r>
            <a:endParaRPr lang="en-US" sz="1200" dirty="0"/>
          </a:p>
        </p:txBody>
      </p:sp>
      <p:sp>
        <p:nvSpPr>
          <p:cNvPr id="23" name="Text 21"/>
          <p:cNvSpPr/>
          <p:nvPr/>
        </p:nvSpPr>
        <p:spPr>
          <a:xfrm>
            <a:off x="4846320" y="2788920"/>
            <a:ext cx="3840480" cy="566928"/>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TP53, BRCA1, EGFR… chacun associé à des profils de risque distincts dans la population.</a:t>
            </a:r>
            <a:endParaRPr lang="en-US" sz="1100" dirty="0"/>
          </a:p>
        </p:txBody>
      </p:sp>
      <p:sp>
        <p:nvSpPr>
          <p:cNvPr id="24" name="Shape 22"/>
          <p:cNvSpPr/>
          <p:nvPr/>
        </p:nvSpPr>
        <p:spPr>
          <a:xfrm>
            <a:off x="274320" y="3611880"/>
            <a:ext cx="4160520" cy="11887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fr-MA"/>
          </a:p>
        </p:txBody>
      </p:sp>
      <p:sp>
        <p:nvSpPr>
          <p:cNvPr id="25" name="Shape 23"/>
          <p:cNvSpPr/>
          <p:nvPr/>
        </p:nvSpPr>
        <p:spPr>
          <a:xfrm>
            <a:off x="274320" y="3611880"/>
            <a:ext cx="54864" cy="1188720"/>
          </a:xfrm>
          <a:prstGeom prst="rect">
            <a:avLst/>
          </a:prstGeom>
          <a:solidFill>
            <a:srgbClr val="1ABC9C"/>
          </a:solidFill>
          <a:ln/>
        </p:spPr>
        <p:txBody>
          <a:bodyPr/>
          <a:lstStyle/>
          <a:p>
            <a:endParaRPr lang="fr-MA"/>
          </a:p>
        </p:txBody>
      </p:sp>
      <p:sp>
        <p:nvSpPr>
          <p:cNvPr id="29" name="Shape 27"/>
          <p:cNvSpPr/>
          <p:nvPr/>
        </p:nvSpPr>
        <p:spPr>
          <a:xfrm>
            <a:off x="4709160" y="3611880"/>
            <a:ext cx="4160520" cy="11887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fr-MA"/>
          </a:p>
        </p:txBody>
      </p:sp>
      <p:sp>
        <p:nvSpPr>
          <p:cNvPr id="30" name="Shape 28"/>
          <p:cNvSpPr/>
          <p:nvPr/>
        </p:nvSpPr>
        <p:spPr>
          <a:xfrm>
            <a:off x="4709160" y="3611880"/>
            <a:ext cx="54864" cy="1188720"/>
          </a:xfrm>
          <a:prstGeom prst="rect">
            <a:avLst/>
          </a:prstGeom>
          <a:solidFill>
            <a:srgbClr val="F39C12"/>
          </a:solidFill>
          <a:ln/>
        </p:spPr>
        <p:txBody>
          <a:bodyPr/>
          <a:lstStyle/>
          <a:p>
            <a:endParaRPr lang="fr-MA"/>
          </a:p>
        </p:txBody>
      </p:sp>
      <p:sp>
        <p:nvSpPr>
          <p:cNvPr id="34" name="Text 6">
            <a:extLst>
              <a:ext uri="{FF2B5EF4-FFF2-40B4-BE49-F238E27FC236}">
                <a16:creationId xmlns:a16="http://schemas.microsoft.com/office/drawing/2014/main" id="{6B2FD154-C902-1983-FE2D-9AB4C7C52E46}"/>
              </a:ext>
            </a:extLst>
          </p:cNvPr>
          <p:cNvSpPr/>
          <p:nvPr/>
        </p:nvSpPr>
        <p:spPr>
          <a:xfrm>
            <a:off x="411480" y="1417320"/>
            <a:ext cx="3840480" cy="566928"/>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76,6% des patients — mortalité 15,3% vs 70,7% pour le poumon (EDA confirmé).</a:t>
            </a:r>
            <a:endParaRPr lang="en-US" sz="1100" dirty="0"/>
          </a:p>
        </p:txBody>
      </p:sp>
      <p:sp>
        <p:nvSpPr>
          <p:cNvPr id="36" name="Text 25">
            <a:extLst>
              <a:ext uri="{FF2B5EF4-FFF2-40B4-BE49-F238E27FC236}">
                <a16:creationId xmlns:a16="http://schemas.microsoft.com/office/drawing/2014/main" id="{A08BF9FD-7ED7-5F7B-EFFA-F3CE06B3C4FC}"/>
              </a:ext>
            </a:extLst>
          </p:cNvPr>
          <p:cNvSpPr/>
          <p:nvPr/>
        </p:nvSpPr>
        <p:spPr>
          <a:xfrm>
            <a:off x="635508" y="3703320"/>
            <a:ext cx="3662172" cy="365760"/>
          </a:xfrm>
          <a:prstGeom prst="rect">
            <a:avLst/>
          </a:prstGeom>
          <a:noFill/>
          <a:ln/>
        </p:spPr>
        <p:txBody>
          <a:bodyPr wrap="square" lIns="0" tIns="0" rIns="0" bIns="0" rtlCol="0" anchor="ctr"/>
          <a:lstStyle/>
          <a:p>
            <a:pPr marL="0" indent="0">
              <a:buNone/>
            </a:pPr>
            <a:r>
              <a:rPr lang="en-US" sz="1200" b="1" dirty="0">
                <a:solidFill>
                  <a:srgbClr val="1A2733"/>
                </a:solidFill>
                <a:latin typeface="Calibri" pitchFamily="34" charset="0"/>
                <a:ea typeface="Calibri" pitchFamily="34" charset="-122"/>
                <a:cs typeface="Calibri" pitchFamily="34" charset="-120"/>
              </a:rPr>
              <a:t>Kaplan-Meier validé</a:t>
            </a:r>
            <a:endParaRPr lang="en-US" sz="1200" dirty="0"/>
          </a:p>
        </p:txBody>
      </p:sp>
      <p:sp>
        <p:nvSpPr>
          <p:cNvPr id="37" name="Text 26">
            <a:extLst>
              <a:ext uri="{FF2B5EF4-FFF2-40B4-BE49-F238E27FC236}">
                <a16:creationId xmlns:a16="http://schemas.microsoft.com/office/drawing/2014/main" id="{908EBFA4-B10F-FF6D-17E0-4DD6DD0F9E5B}"/>
              </a:ext>
            </a:extLst>
          </p:cNvPr>
          <p:cNvSpPr/>
          <p:nvPr/>
        </p:nvSpPr>
        <p:spPr>
          <a:xfrm>
            <a:off x="411480" y="4160520"/>
            <a:ext cx="3840480" cy="566928"/>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Les courbes de survie confirment la pertinence du scoring risk_group (High / Medium / Low).</a:t>
            </a:r>
            <a:endParaRPr lang="en-US" sz="1100" dirty="0"/>
          </a:p>
        </p:txBody>
      </p:sp>
      <p:sp>
        <p:nvSpPr>
          <p:cNvPr id="39" name="Text 30">
            <a:extLst>
              <a:ext uri="{FF2B5EF4-FFF2-40B4-BE49-F238E27FC236}">
                <a16:creationId xmlns:a16="http://schemas.microsoft.com/office/drawing/2014/main" id="{C9FECC71-DEAD-5B14-3C58-045E3035C0E9}"/>
              </a:ext>
            </a:extLst>
          </p:cNvPr>
          <p:cNvSpPr/>
          <p:nvPr/>
        </p:nvSpPr>
        <p:spPr>
          <a:xfrm>
            <a:off x="5074920" y="3703320"/>
            <a:ext cx="3642852" cy="365760"/>
          </a:xfrm>
          <a:prstGeom prst="rect">
            <a:avLst/>
          </a:prstGeom>
          <a:noFill/>
          <a:ln/>
        </p:spPr>
        <p:txBody>
          <a:bodyPr wrap="square" lIns="0" tIns="0" rIns="0" bIns="0" rtlCol="0" anchor="ctr"/>
          <a:lstStyle/>
          <a:p>
            <a:pPr marL="0" indent="0">
              <a:buNone/>
            </a:pPr>
            <a:r>
              <a:rPr lang="en-US" sz="1200" b="1" dirty="0">
                <a:solidFill>
                  <a:srgbClr val="1A2733"/>
                </a:solidFill>
                <a:latin typeface="Calibri" pitchFamily="34" charset="0"/>
                <a:ea typeface="Calibri" pitchFamily="34" charset="-122"/>
                <a:cs typeface="Calibri" pitchFamily="34" charset="-120"/>
              </a:rPr>
              <a:t>Pipeline end-to-end complet</a:t>
            </a:r>
            <a:endParaRPr lang="en-US" sz="1200" dirty="0"/>
          </a:p>
        </p:txBody>
      </p:sp>
      <p:sp>
        <p:nvSpPr>
          <p:cNvPr id="40" name="Text 31">
            <a:extLst>
              <a:ext uri="{FF2B5EF4-FFF2-40B4-BE49-F238E27FC236}">
                <a16:creationId xmlns:a16="http://schemas.microsoft.com/office/drawing/2014/main" id="{6B4B94A9-A7B4-930C-05CD-4DEE04754FE1}"/>
              </a:ext>
            </a:extLst>
          </p:cNvPr>
          <p:cNvSpPr/>
          <p:nvPr/>
        </p:nvSpPr>
        <p:spPr>
          <a:xfrm>
            <a:off x="4846320" y="4160520"/>
            <a:ext cx="3840480" cy="566928"/>
          </a:xfrm>
          <a:prstGeom prst="rect">
            <a:avLst/>
          </a:prstGeom>
          <a:noFill/>
          <a:ln/>
        </p:spPr>
        <p:txBody>
          <a:bodyPr wrap="square" lIns="0" tIns="0" rIns="0" bIns="0" rtlCol="0" anchor="ctr"/>
          <a:lstStyle/>
          <a:p>
            <a:pPr marL="0" indent="0">
              <a:buNone/>
            </a:pPr>
            <a:r>
              <a:rPr lang="en-US" sz="1100" dirty="0">
                <a:solidFill>
                  <a:srgbClr val="444444"/>
                </a:solidFill>
                <a:latin typeface="Calibri" pitchFamily="34" charset="0"/>
                <a:ea typeface="Calibri" pitchFamily="34" charset="-122"/>
                <a:cs typeface="Calibri" pitchFamily="34" charset="-120"/>
              </a:rPr>
              <a:t>5 notebooks + 2 scripts SQL + 1 dashboard Power BI 3 pages. Reproductible et traçable.</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1ABC9C"/>
          </a:solidFill>
          <a:ln/>
        </p:spPr>
        <p:txBody>
          <a:bodyPr/>
          <a:lstStyle/>
          <a:p>
            <a:endParaRPr lang="fr-MA"/>
          </a:p>
        </p:txBody>
      </p:sp>
      <p:sp>
        <p:nvSpPr>
          <p:cNvPr id="3" name="Text 1"/>
          <p:cNvSpPr/>
          <p:nvPr/>
        </p:nvSpPr>
        <p:spPr>
          <a:xfrm>
            <a:off x="320040" y="228600"/>
            <a:ext cx="82296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VALEUR MÉTIER</a:t>
            </a:r>
            <a:endParaRPr lang="en-US" sz="2200" dirty="0"/>
          </a:p>
        </p:txBody>
      </p:sp>
      <p:sp>
        <p:nvSpPr>
          <p:cNvPr id="4" name="Shape 2"/>
          <p:cNvSpPr/>
          <p:nvPr/>
        </p:nvSpPr>
        <p:spPr>
          <a:xfrm>
            <a:off x="320040" y="868680"/>
            <a:ext cx="4160520" cy="1783080"/>
          </a:xfrm>
          <a:prstGeom prst="rect">
            <a:avLst/>
          </a:prstGeom>
          <a:solidFill>
            <a:srgbClr val="1A3A6B"/>
          </a:solidFill>
          <a:ln/>
        </p:spPr>
        <p:txBody>
          <a:bodyPr/>
          <a:lstStyle/>
          <a:p>
            <a:endParaRPr lang="fr-MA"/>
          </a:p>
        </p:txBody>
      </p:sp>
      <p:sp>
        <p:nvSpPr>
          <p:cNvPr id="5" name="Shape 3"/>
          <p:cNvSpPr/>
          <p:nvPr/>
        </p:nvSpPr>
        <p:spPr>
          <a:xfrm>
            <a:off x="320040" y="868680"/>
            <a:ext cx="4160520" cy="73152"/>
          </a:xfrm>
          <a:prstGeom prst="rect">
            <a:avLst/>
          </a:prstGeom>
          <a:solidFill>
            <a:srgbClr val="C0392B"/>
          </a:solidFill>
          <a:ln/>
        </p:spPr>
        <p:txBody>
          <a:bodyPr/>
          <a:lstStyle/>
          <a:p>
            <a:endParaRPr lang="fr-MA"/>
          </a:p>
        </p:txBody>
      </p:sp>
      <p:sp>
        <p:nvSpPr>
          <p:cNvPr id="6" name="Text 4"/>
          <p:cNvSpPr/>
          <p:nvPr/>
        </p:nvSpPr>
        <p:spPr>
          <a:xfrm>
            <a:off x="457200" y="978408"/>
            <a:ext cx="502920" cy="50292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7" name="Text 5"/>
          <p:cNvSpPr/>
          <p:nvPr/>
        </p:nvSpPr>
        <p:spPr>
          <a:xfrm>
            <a:off x="1005840" y="1005840"/>
            <a:ext cx="333756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Identification des patients à haut risque</a:t>
            </a:r>
            <a:endParaRPr lang="en-US" sz="1300" dirty="0"/>
          </a:p>
        </p:txBody>
      </p:sp>
      <p:sp>
        <p:nvSpPr>
          <p:cNvPr id="8" name="Text 6"/>
          <p:cNvSpPr/>
          <p:nvPr/>
        </p:nvSpPr>
        <p:spPr>
          <a:xfrm>
            <a:off x="502920" y="1554480"/>
            <a:ext cx="3840480" cy="1005840"/>
          </a:xfrm>
          <a:prstGeom prst="rect">
            <a:avLst/>
          </a:prstGeom>
          <a:noFill/>
          <a:ln/>
        </p:spPr>
        <p:txBody>
          <a:bodyPr wrap="square" lIns="0" tIns="0" rIns="0" bIns="0" rtlCol="0" anchor="ctr"/>
          <a:lstStyle/>
          <a:p>
            <a:pPr marL="0" indent="0" algn="just">
              <a:buNone/>
            </a:pPr>
            <a:r>
              <a:rPr lang="en-US" sz="1200" dirty="0">
                <a:solidFill>
                  <a:srgbClr val="E8EDF2"/>
                </a:solidFill>
                <a:latin typeface="Calibri" pitchFamily="34" charset="0"/>
                <a:ea typeface="Calibri" pitchFamily="34" charset="-122"/>
                <a:cs typeface="Calibri" pitchFamily="34" charset="-120"/>
              </a:rPr>
              <a:t>Le scoring risk_group permet de prioriser les interventions médicales sur les patients les plus vulnérables.</a:t>
            </a:r>
            <a:endParaRPr lang="en-US" sz="1200" dirty="0"/>
          </a:p>
        </p:txBody>
      </p:sp>
      <p:sp>
        <p:nvSpPr>
          <p:cNvPr id="9" name="Shape 7"/>
          <p:cNvSpPr/>
          <p:nvPr/>
        </p:nvSpPr>
        <p:spPr>
          <a:xfrm>
            <a:off x="4754880" y="868680"/>
            <a:ext cx="4160520" cy="1783080"/>
          </a:xfrm>
          <a:prstGeom prst="rect">
            <a:avLst/>
          </a:prstGeom>
          <a:solidFill>
            <a:srgbClr val="1A3A6B"/>
          </a:solidFill>
          <a:ln/>
        </p:spPr>
        <p:txBody>
          <a:bodyPr/>
          <a:lstStyle/>
          <a:p>
            <a:endParaRPr lang="fr-MA"/>
          </a:p>
        </p:txBody>
      </p:sp>
      <p:sp>
        <p:nvSpPr>
          <p:cNvPr id="10" name="Shape 8"/>
          <p:cNvSpPr/>
          <p:nvPr/>
        </p:nvSpPr>
        <p:spPr>
          <a:xfrm>
            <a:off x="4754880" y="868680"/>
            <a:ext cx="4160520" cy="73152"/>
          </a:xfrm>
          <a:prstGeom prst="rect">
            <a:avLst/>
          </a:prstGeom>
          <a:solidFill>
            <a:srgbClr val="1ABC9C"/>
          </a:solidFill>
          <a:ln/>
        </p:spPr>
        <p:txBody>
          <a:bodyPr/>
          <a:lstStyle/>
          <a:p>
            <a:endParaRPr lang="fr-MA"/>
          </a:p>
        </p:txBody>
      </p:sp>
      <p:sp>
        <p:nvSpPr>
          <p:cNvPr id="11" name="Text 9"/>
          <p:cNvSpPr/>
          <p:nvPr/>
        </p:nvSpPr>
        <p:spPr>
          <a:xfrm>
            <a:off x="4892040" y="978408"/>
            <a:ext cx="502920" cy="50292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12" name="Text 10"/>
          <p:cNvSpPr/>
          <p:nvPr/>
        </p:nvSpPr>
        <p:spPr>
          <a:xfrm>
            <a:off x="5440680" y="1005840"/>
            <a:ext cx="333756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Analyse des facteurs de survie</a:t>
            </a:r>
            <a:endParaRPr lang="en-US" sz="1300" dirty="0"/>
          </a:p>
        </p:txBody>
      </p:sp>
      <p:sp>
        <p:nvSpPr>
          <p:cNvPr id="13" name="Text 11"/>
          <p:cNvSpPr/>
          <p:nvPr/>
        </p:nvSpPr>
        <p:spPr>
          <a:xfrm>
            <a:off x="4937760" y="1554480"/>
            <a:ext cx="3840480" cy="1005840"/>
          </a:xfrm>
          <a:prstGeom prst="rect">
            <a:avLst/>
          </a:prstGeom>
          <a:noFill/>
          <a:ln/>
        </p:spPr>
        <p:txBody>
          <a:bodyPr wrap="square" lIns="0" tIns="0" rIns="0" bIns="0" rtlCol="0" anchor="ctr"/>
          <a:lstStyle/>
          <a:p>
            <a:pPr marL="0" indent="0" algn="just">
              <a:buNone/>
            </a:pPr>
            <a:r>
              <a:rPr lang="en-US" sz="1200" dirty="0">
                <a:solidFill>
                  <a:srgbClr val="E8EDF2"/>
                </a:solidFill>
                <a:latin typeface="Calibri" pitchFamily="34" charset="0"/>
                <a:ea typeface="Calibri" pitchFamily="34" charset="-122"/>
                <a:cs typeface="Calibri" pitchFamily="34" charset="-120"/>
              </a:rPr>
              <a:t>Stade tumoral, ECOG, sexe, biomarqueurs — chaque facteur est quantifié et visualisé pour guider le clinicien.</a:t>
            </a:r>
            <a:endParaRPr lang="en-US" sz="1200" dirty="0"/>
          </a:p>
        </p:txBody>
      </p:sp>
      <p:sp>
        <p:nvSpPr>
          <p:cNvPr id="14" name="Shape 12"/>
          <p:cNvSpPr/>
          <p:nvPr/>
        </p:nvSpPr>
        <p:spPr>
          <a:xfrm>
            <a:off x="320040" y="2834640"/>
            <a:ext cx="4160520" cy="1783080"/>
          </a:xfrm>
          <a:prstGeom prst="rect">
            <a:avLst/>
          </a:prstGeom>
          <a:solidFill>
            <a:srgbClr val="1A3A6B"/>
          </a:solidFill>
          <a:ln/>
        </p:spPr>
        <p:txBody>
          <a:bodyPr/>
          <a:lstStyle/>
          <a:p>
            <a:endParaRPr lang="fr-MA"/>
          </a:p>
        </p:txBody>
      </p:sp>
      <p:sp>
        <p:nvSpPr>
          <p:cNvPr id="15" name="Shape 13"/>
          <p:cNvSpPr/>
          <p:nvPr/>
        </p:nvSpPr>
        <p:spPr>
          <a:xfrm>
            <a:off x="320040" y="2834640"/>
            <a:ext cx="4160520" cy="73152"/>
          </a:xfrm>
          <a:prstGeom prst="rect">
            <a:avLst/>
          </a:prstGeom>
          <a:solidFill>
            <a:srgbClr val="2980B9"/>
          </a:solidFill>
          <a:ln/>
        </p:spPr>
        <p:txBody>
          <a:bodyPr/>
          <a:lstStyle/>
          <a:p>
            <a:endParaRPr lang="fr-MA"/>
          </a:p>
        </p:txBody>
      </p:sp>
      <p:sp>
        <p:nvSpPr>
          <p:cNvPr id="16" name="Text 14"/>
          <p:cNvSpPr/>
          <p:nvPr/>
        </p:nvSpPr>
        <p:spPr>
          <a:xfrm>
            <a:off x="457200" y="2944368"/>
            <a:ext cx="502920" cy="50292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17" name="Text 15"/>
          <p:cNvSpPr/>
          <p:nvPr/>
        </p:nvSpPr>
        <p:spPr>
          <a:xfrm>
            <a:off x="1005840" y="2971800"/>
            <a:ext cx="333756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Aide à la décision clinique</a:t>
            </a:r>
            <a:endParaRPr lang="en-US" sz="1300" dirty="0"/>
          </a:p>
        </p:txBody>
      </p:sp>
      <p:sp>
        <p:nvSpPr>
          <p:cNvPr id="18" name="Text 16"/>
          <p:cNvSpPr/>
          <p:nvPr/>
        </p:nvSpPr>
        <p:spPr>
          <a:xfrm>
            <a:off x="502920" y="3520440"/>
            <a:ext cx="3840480" cy="1005840"/>
          </a:xfrm>
          <a:prstGeom prst="rect">
            <a:avLst/>
          </a:prstGeom>
          <a:noFill/>
          <a:ln/>
        </p:spPr>
        <p:txBody>
          <a:bodyPr wrap="square" lIns="0" tIns="0" rIns="0" bIns="0" rtlCol="0" anchor="ctr"/>
          <a:lstStyle/>
          <a:p>
            <a:pPr marL="0" indent="0" algn="just">
              <a:buNone/>
            </a:pPr>
            <a:r>
              <a:rPr lang="en-US" sz="1200" dirty="0">
                <a:solidFill>
                  <a:srgbClr val="E8EDF2"/>
                </a:solidFill>
                <a:latin typeface="Calibri" pitchFamily="34" charset="0"/>
                <a:ea typeface="Calibri" pitchFamily="34" charset="-122"/>
                <a:cs typeface="Calibri" pitchFamily="34" charset="-120"/>
              </a:rPr>
              <a:t>Le dashboard Power BI offre une interface interactive permettant au médecin de filtrer par profil patient et d'explorer les données en temps réel.</a:t>
            </a:r>
            <a:endParaRPr lang="en-US" sz="1200" dirty="0"/>
          </a:p>
        </p:txBody>
      </p:sp>
      <p:sp>
        <p:nvSpPr>
          <p:cNvPr id="19" name="Shape 17"/>
          <p:cNvSpPr/>
          <p:nvPr/>
        </p:nvSpPr>
        <p:spPr>
          <a:xfrm>
            <a:off x="4754880" y="2834640"/>
            <a:ext cx="4160520" cy="1783080"/>
          </a:xfrm>
          <a:prstGeom prst="rect">
            <a:avLst/>
          </a:prstGeom>
          <a:solidFill>
            <a:srgbClr val="1A3A6B"/>
          </a:solidFill>
          <a:ln/>
        </p:spPr>
        <p:txBody>
          <a:bodyPr/>
          <a:lstStyle/>
          <a:p>
            <a:endParaRPr lang="fr-MA"/>
          </a:p>
        </p:txBody>
      </p:sp>
      <p:sp>
        <p:nvSpPr>
          <p:cNvPr id="20" name="Shape 18"/>
          <p:cNvSpPr/>
          <p:nvPr/>
        </p:nvSpPr>
        <p:spPr>
          <a:xfrm>
            <a:off x="4754880" y="2834640"/>
            <a:ext cx="4160520" cy="73152"/>
          </a:xfrm>
          <a:prstGeom prst="rect">
            <a:avLst/>
          </a:prstGeom>
          <a:solidFill>
            <a:srgbClr val="8E44AD"/>
          </a:solidFill>
          <a:ln/>
        </p:spPr>
        <p:txBody>
          <a:bodyPr/>
          <a:lstStyle/>
          <a:p>
            <a:endParaRPr lang="fr-MA"/>
          </a:p>
        </p:txBody>
      </p:sp>
      <p:sp>
        <p:nvSpPr>
          <p:cNvPr id="21" name="Text 19"/>
          <p:cNvSpPr/>
          <p:nvPr/>
        </p:nvSpPr>
        <p:spPr>
          <a:xfrm>
            <a:off x="4892040" y="2944368"/>
            <a:ext cx="502920" cy="502920"/>
          </a:xfrm>
          <a:prstGeom prst="rect">
            <a:avLst/>
          </a:prstGeom>
          <a:noFill/>
          <a:ln/>
        </p:spPr>
        <p:txBody>
          <a:bodyPr wrap="square" lIns="0" tIns="0" rIns="0" bIns="0" rtlCol="0" anchor="ctr"/>
          <a:lstStyle/>
          <a:p>
            <a:pPr marL="0" indent="0">
              <a:buNone/>
            </a:pPr>
            <a:r>
              <a:rPr lang="en-US" sz="2600" dirty="0">
                <a:solidFill>
                  <a:srgbClr val="000000"/>
                </a:solidFill>
              </a:rPr>
              <a:t>🧬</a:t>
            </a:r>
            <a:endParaRPr lang="en-US" sz="2600" dirty="0"/>
          </a:p>
        </p:txBody>
      </p:sp>
      <p:sp>
        <p:nvSpPr>
          <p:cNvPr id="22" name="Text 20"/>
          <p:cNvSpPr/>
          <p:nvPr/>
        </p:nvSpPr>
        <p:spPr>
          <a:xfrm>
            <a:off x="5440680" y="2971800"/>
            <a:ext cx="333756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Intégration biologique</a:t>
            </a:r>
            <a:endParaRPr lang="en-US" sz="1300" dirty="0"/>
          </a:p>
        </p:txBody>
      </p:sp>
      <p:sp>
        <p:nvSpPr>
          <p:cNvPr id="23" name="Text 21"/>
          <p:cNvSpPr/>
          <p:nvPr/>
        </p:nvSpPr>
        <p:spPr>
          <a:xfrm>
            <a:off x="4937760" y="3520440"/>
            <a:ext cx="3840480" cy="1005840"/>
          </a:xfrm>
          <a:prstGeom prst="rect">
            <a:avLst/>
          </a:prstGeom>
          <a:noFill/>
          <a:ln/>
        </p:spPr>
        <p:txBody>
          <a:bodyPr wrap="square" lIns="0" tIns="0" rIns="0" bIns="0" rtlCol="0" anchor="ctr"/>
          <a:lstStyle/>
          <a:p>
            <a:pPr marL="0" indent="0" algn="just">
              <a:buNone/>
            </a:pPr>
            <a:r>
              <a:rPr lang="en-US" sz="1200" dirty="0">
                <a:solidFill>
                  <a:srgbClr val="E8EDF2"/>
                </a:solidFill>
                <a:latin typeface="Calibri" pitchFamily="34" charset="0"/>
                <a:ea typeface="Calibri" pitchFamily="34" charset="-122"/>
                <a:cs typeface="Calibri" pitchFamily="34" charset="-120"/>
              </a:rPr>
              <a:t>Les biomarqueurs NCBI enrichissent l'analyse clinique avec une dimension moléculaire pour des décisions plus précises.</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545"/>
          </a:solidFill>
          <a:ln/>
        </p:spPr>
        <p:txBody>
          <a:bodyPr/>
          <a:lstStyle/>
          <a:p>
            <a:endParaRPr lang="fr-MA"/>
          </a:p>
        </p:txBody>
      </p:sp>
      <p:sp>
        <p:nvSpPr>
          <p:cNvPr id="3" name="Text 1"/>
          <p:cNvSpPr/>
          <p:nvPr/>
        </p:nvSpPr>
        <p:spPr>
          <a:xfrm>
            <a:off x="365760" y="0"/>
            <a:ext cx="82296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LIMITES &amp; PERSPECTIVES</a:t>
            </a:r>
            <a:endParaRPr lang="en-US" sz="2200" dirty="0"/>
          </a:p>
        </p:txBody>
      </p:sp>
      <p:sp>
        <p:nvSpPr>
          <p:cNvPr id="4" name="Shape 2"/>
          <p:cNvSpPr/>
          <p:nvPr/>
        </p:nvSpPr>
        <p:spPr>
          <a:xfrm>
            <a:off x="25915" y="822960"/>
            <a:ext cx="4271765" cy="3977640"/>
          </a:xfrm>
          <a:prstGeom prst="rect">
            <a:avLst/>
          </a:prstGeom>
          <a:solidFill>
            <a:srgbClr val="FFFFFF"/>
          </a:solidFill>
          <a:ln/>
          <a:effectLst>
            <a:outerShdw blurRad="76200" dist="25400" dir="8100000" algn="bl" rotWithShape="0">
              <a:srgbClr val="000000">
                <a:alpha val="8000"/>
              </a:srgbClr>
            </a:outerShdw>
          </a:effectLst>
        </p:spPr>
        <p:txBody>
          <a:bodyPr/>
          <a:lstStyle/>
          <a:p>
            <a:pPr marL="285750" indent="-285750">
              <a:buFont typeface="Arial" panose="020B0604020202020204" pitchFamily="34" charset="0"/>
              <a:buChar char="•"/>
            </a:pPr>
            <a:endParaRPr lang="fr-MA"/>
          </a:p>
        </p:txBody>
      </p:sp>
      <p:sp>
        <p:nvSpPr>
          <p:cNvPr id="5" name="Shape 3"/>
          <p:cNvSpPr/>
          <p:nvPr/>
        </p:nvSpPr>
        <p:spPr>
          <a:xfrm>
            <a:off x="274320" y="822960"/>
            <a:ext cx="4023360" cy="411480"/>
          </a:xfrm>
          <a:prstGeom prst="rect">
            <a:avLst/>
          </a:prstGeom>
          <a:solidFill>
            <a:srgbClr val="C0392B"/>
          </a:solidFill>
          <a:ln/>
        </p:spPr>
        <p:txBody>
          <a:bodyPr/>
          <a:lstStyle/>
          <a:p>
            <a:endParaRPr lang="fr-MA"/>
          </a:p>
        </p:txBody>
      </p:sp>
      <p:sp>
        <p:nvSpPr>
          <p:cNvPr id="6" name="Text 4"/>
          <p:cNvSpPr/>
          <p:nvPr/>
        </p:nvSpPr>
        <p:spPr>
          <a:xfrm>
            <a:off x="411480" y="822960"/>
            <a:ext cx="3840480" cy="411480"/>
          </a:xfrm>
          <a:prstGeom prst="rect">
            <a:avLst/>
          </a:prstGeom>
          <a:noFill/>
          <a:ln/>
        </p:spPr>
        <p:txBody>
          <a:bodyPr wrap="square" lIns="0" tIns="0" rIns="0" bIns="0" rtlCol="0" anchor="ctr"/>
          <a:lstStyle/>
          <a:p>
            <a:pPr marL="285750" indent="-285750" algn="ctr">
              <a:buFont typeface="Wingdings" panose="05000000000000000000" pitchFamily="2" charset="2"/>
              <a:buChar char="v"/>
            </a:pPr>
            <a:r>
              <a:rPr lang="en-US" sz="1400" b="1" dirty="0">
                <a:solidFill>
                  <a:srgbClr val="FFFFFF"/>
                </a:solidFill>
                <a:latin typeface="Calibri" pitchFamily="34" charset="0"/>
                <a:ea typeface="Calibri" pitchFamily="34" charset="-122"/>
                <a:cs typeface="Calibri" pitchFamily="34" charset="-120"/>
              </a:rPr>
              <a:t> Limites actuelles</a:t>
            </a:r>
            <a:endParaRPr lang="en-US" sz="1400" dirty="0"/>
          </a:p>
        </p:txBody>
      </p:sp>
      <p:sp>
        <p:nvSpPr>
          <p:cNvPr id="8" name="Text 6"/>
          <p:cNvSpPr/>
          <p:nvPr/>
        </p:nvSpPr>
        <p:spPr>
          <a:xfrm>
            <a:off x="471268" y="1325880"/>
            <a:ext cx="3689252" cy="41148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100" dirty="0">
                <a:solidFill>
                  <a:srgbClr val="1A2733"/>
                </a:solidFill>
                <a:latin typeface="Calibri" pitchFamily="34" charset="0"/>
                <a:ea typeface="Calibri" pitchFamily="34" charset="-122"/>
                <a:cs typeface="Calibri" pitchFamily="34" charset="-120"/>
              </a:rPr>
              <a:t>Données simulées / publiques — non issues d'un EHR réel</a:t>
            </a:r>
            <a:endParaRPr lang="en-US" sz="1100" dirty="0"/>
          </a:p>
        </p:txBody>
      </p:sp>
      <p:sp>
        <p:nvSpPr>
          <p:cNvPr id="10" name="Text 8"/>
          <p:cNvSpPr/>
          <p:nvPr/>
        </p:nvSpPr>
        <p:spPr>
          <a:xfrm>
            <a:off x="471268" y="1938528"/>
            <a:ext cx="3689252" cy="41148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100" dirty="0">
                <a:solidFill>
                  <a:srgbClr val="1A2733"/>
                </a:solidFill>
                <a:latin typeface="Calibri" pitchFamily="34" charset="0"/>
                <a:ea typeface="Calibri" pitchFamily="34" charset="-122"/>
                <a:cs typeface="Calibri" pitchFamily="34" charset="-120"/>
              </a:rPr>
              <a:t>Faible représentation des patients Lung (228 vs 4000+)</a:t>
            </a:r>
            <a:endParaRPr lang="en-US" sz="1100" dirty="0"/>
          </a:p>
        </p:txBody>
      </p:sp>
      <p:sp>
        <p:nvSpPr>
          <p:cNvPr id="12" name="Text 10"/>
          <p:cNvSpPr/>
          <p:nvPr/>
        </p:nvSpPr>
        <p:spPr>
          <a:xfrm>
            <a:off x="471268" y="2551176"/>
            <a:ext cx="3689252" cy="41148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100" dirty="0">
                <a:solidFill>
                  <a:srgbClr val="1A2733"/>
                </a:solidFill>
                <a:latin typeface="Calibri" pitchFamily="34" charset="0"/>
                <a:ea typeface="Calibri" pitchFamily="34" charset="-122"/>
                <a:cs typeface="Calibri" pitchFamily="34" charset="-120"/>
              </a:rPr>
              <a:t>Biomarqueurs non liés directement aux traitements</a:t>
            </a:r>
            <a:endParaRPr lang="en-US" sz="1100" dirty="0"/>
          </a:p>
        </p:txBody>
      </p:sp>
      <p:sp>
        <p:nvSpPr>
          <p:cNvPr id="14" name="Text 12"/>
          <p:cNvSpPr/>
          <p:nvPr/>
        </p:nvSpPr>
        <p:spPr>
          <a:xfrm>
            <a:off x="471268" y="3163824"/>
            <a:ext cx="3689252" cy="41148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100" dirty="0">
                <a:solidFill>
                  <a:srgbClr val="1A2733"/>
                </a:solidFill>
                <a:latin typeface="Calibri" pitchFamily="34" charset="0"/>
                <a:ea typeface="Calibri" pitchFamily="34" charset="-122"/>
                <a:cs typeface="Calibri" pitchFamily="34" charset="-120"/>
              </a:rPr>
              <a:t>Absence de données multi-omics (transcriptomique, protéomique)</a:t>
            </a:r>
            <a:endParaRPr lang="en-US" sz="1100" dirty="0"/>
          </a:p>
        </p:txBody>
      </p:sp>
      <p:sp>
        <p:nvSpPr>
          <p:cNvPr id="16" name="Text 14"/>
          <p:cNvSpPr/>
          <p:nvPr/>
        </p:nvSpPr>
        <p:spPr>
          <a:xfrm>
            <a:off x="471268" y="3776472"/>
            <a:ext cx="3689252" cy="41148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100" dirty="0">
                <a:solidFill>
                  <a:srgbClr val="1A2733"/>
                </a:solidFill>
                <a:latin typeface="Calibri" pitchFamily="34" charset="0"/>
                <a:ea typeface="Calibri" pitchFamily="34" charset="-122"/>
                <a:cs typeface="Calibri" pitchFamily="34" charset="-120"/>
              </a:rPr>
              <a:t>Pas d'analyse de survie formelle (Kaplan-Meier intégré)</a:t>
            </a:r>
            <a:endParaRPr lang="en-US" sz="1100" dirty="0"/>
          </a:p>
        </p:txBody>
      </p:sp>
      <p:sp>
        <p:nvSpPr>
          <p:cNvPr id="17" name="Shape 15"/>
          <p:cNvSpPr/>
          <p:nvPr/>
        </p:nvSpPr>
        <p:spPr>
          <a:xfrm>
            <a:off x="4572000" y="822960"/>
            <a:ext cx="4297680" cy="39776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fr-MA"/>
          </a:p>
        </p:txBody>
      </p:sp>
      <p:sp>
        <p:nvSpPr>
          <p:cNvPr id="18" name="Shape 16"/>
          <p:cNvSpPr/>
          <p:nvPr/>
        </p:nvSpPr>
        <p:spPr>
          <a:xfrm>
            <a:off x="4572000" y="822960"/>
            <a:ext cx="4297680" cy="411480"/>
          </a:xfrm>
          <a:prstGeom prst="rect">
            <a:avLst/>
          </a:prstGeom>
          <a:solidFill>
            <a:srgbClr val="1ABC9C"/>
          </a:solidFill>
          <a:ln/>
        </p:spPr>
        <p:txBody>
          <a:bodyPr/>
          <a:lstStyle/>
          <a:p>
            <a:endParaRPr lang="fr-MA"/>
          </a:p>
        </p:txBody>
      </p:sp>
      <p:sp>
        <p:nvSpPr>
          <p:cNvPr id="19" name="Text 17"/>
          <p:cNvSpPr/>
          <p:nvPr/>
        </p:nvSpPr>
        <p:spPr>
          <a:xfrm>
            <a:off x="4709160" y="822960"/>
            <a:ext cx="4114800" cy="411480"/>
          </a:xfrm>
          <a:prstGeom prst="rect">
            <a:avLst/>
          </a:prstGeom>
          <a:noFill/>
          <a:ln/>
        </p:spPr>
        <p:txBody>
          <a:bodyPr wrap="square" lIns="0" tIns="0" rIns="0" bIns="0" rtlCol="0" anchor="ctr"/>
          <a:lstStyle/>
          <a:p>
            <a:pPr marL="285750" indent="-285750" algn="ctr">
              <a:buFont typeface="Wingdings" panose="05000000000000000000" pitchFamily="2" charset="2"/>
              <a:buChar char="v"/>
            </a:pPr>
            <a:r>
              <a:rPr lang="en-US" sz="1400" b="1" dirty="0">
                <a:solidFill>
                  <a:srgbClr val="FFFFFF"/>
                </a:solidFill>
                <a:latin typeface="Calibri" pitchFamily="34" charset="0"/>
                <a:ea typeface="Calibri" pitchFamily="34" charset="-122"/>
                <a:cs typeface="Calibri" pitchFamily="34" charset="-120"/>
              </a:rPr>
              <a:t>  Perspectives d'amélioration</a:t>
            </a:r>
            <a:endParaRPr lang="en-US" sz="1400" dirty="0"/>
          </a:p>
        </p:txBody>
      </p:sp>
      <p:sp>
        <p:nvSpPr>
          <p:cNvPr id="20" name="Text 18"/>
          <p:cNvSpPr/>
          <p:nvPr/>
        </p:nvSpPr>
        <p:spPr>
          <a:xfrm>
            <a:off x="4709160" y="1344168"/>
            <a:ext cx="365760" cy="365760"/>
          </a:xfrm>
          <a:prstGeom prst="rect">
            <a:avLst/>
          </a:prstGeom>
          <a:noFill/>
          <a:ln/>
        </p:spPr>
        <p:txBody>
          <a:bodyPr wrap="square" lIns="0" tIns="0" rIns="0" bIns="0" rtlCol="0" anchor="ctr"/>
          <a:lstStyle/>
          <a:p>
            <a:pPr marL="0" indent="0">
              <a:buNone/>
            </a:pPr>
            <a:endParaRPr lang="en-US" sz="1800" dirty="0"/>
          </a:p>
        </p:txBody>
      </p:sp>
      <p:sp>
        <p:nvSpPr>
          <p:cNvPr id="21" name="Text 19"/>
          <p:cNvSpPr/>
          <p:nvPr/>
        </p:nvSpPr>
        <p:spPr>
          <a:xfrm>
            <a:off x="5074920" y="1389888"/>
            <a:ext cx="3657600" cy="36576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200" dirty="0">
                <a:solidFill>
                  <a:srgbClr val="1A2733"/>
                </a:solidFill>
                <a:latin typeface="Calibri" pitchFamily="34" charset="0"/>
                <a:ea typeface="Calibri" pitchFamily="34" charset="-122"/>
                <a:cs typeface="Calibri" pitchFamily="34" charset="-120"/>
              </a:rPr>
              <a:t>Modèles ML prédictifs (Random Forest, Cox)</a:t>
            </a:r>
            <a:endParaRPr lang="en-US" sz="1200" dirty="0"/>
          </a:p>
        </p:txBody>
      </p:sp>
      <p:sp>
        <p:nvSpPr>
          <p:cNvPr id="23" name="Text 21"/>
          <p:cNvSpPr/>
          <p:nvPr/>
        </p:nvSpPr>
        <p:spPr>
          <a:xfrm>
            <a:off x="5074920" y="2002536"/>
            <a:ext cx="3657600" cy="36576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200" dirty="0">
                <a:solidFill>
                  <a:srgbClr val="1A2733"/>
                </a:solidFill>
                <a:latin typeface="Calibri" pitchFamily="34" charset="0"/>
                <a:ea typeface="Calibri" pitchFamily="34" charset="-122"/>
                <a:cs typeface="Calibri" pitchFamily="34" charset="-120"/>
              </a:rPr>
              <a:t>Intégration données multi-omics</a:t>
            </a:r>
            <a:endParaRPr lang="en-US" sz="1200" dirty="0"/>
          </a:p>
        </p:txBody>
      </p:sp>
      <p:sp>
        <p:nvSpPr>
          <p:cNvPr id="25" name="Text 23"/>
          <p:cNvSpPr/>
          <p:nvPr/>
        </p:nvSpPr>
        <p:spPr>
          <a:xfrm>
            <a:off x="5074920" y="2615184"/>
            <a:ext cx="3657600" cy="36576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200" dirty="0">
                <a:solidFill>
                  <a:srgbClr val="1A2733"/>
                </a:solidFill>
                <a:latin typeface="Calibri" pitchFamily="34" charset="0"/>
                <a:ea typeface="Calibri" pitchFamily="34" charset="-122"/>
                <a:cs typeface="Calibri" pitchFamily="34" charset="-120"/>
              </a:rPr>
              <a:t>Automatisation ETL (Airflow, dbt)</a:t>
            </a:r>
            <a:endParaRPr lang="en-US" sz="1200" dirty="0"/>
          </a:p>
        </p:txBody>
      </p:sp>
      <p:sp>
        <p:nvSpPr>
          <p:cNvPr id="27" name="Text 25"/>
          <p:cNvSpPr/>
          <p:nvPr/>
        </p:nvSpPr>
        <p:spPr>
          <a:xfrm>
            <a:off x="5074920" y="3227832"/>
            <a:ext cx="3657600" cy="36576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200" dirty="0">
                <a:solidFill>
                  <a:srgbClr val="1A2733"/>
                </a:solidFill>
                <a:latin typeface="Calibri" pitchFamily="34" charset="0"/>
                <a:ea typeface="Calibri" pitchFamily="34" charset="-122"/>
                <a:cs typeface="Calibri" pitchFamily="34" charset="-120"/>
              </a:rPr>
              <a:t>Pipeline temps réel (streaming)</a:t>
            </a:r>
            <a:endParaRPr lang="en-US" sz="1200" dirty="0"/>
          </a:p>
        </p:txBody>
      </p:sp>
      <p:sp>
        <p:nvSpPr>
          <p:cNvPr id="29" name="Text 27"/>
          <p:cNvSpPr/>
          <p:nvPr/>
        </p:nvSpPr>
        <p:spPr>
          <a:xfrm>
            <a:off x="5074920" y="3840480"/>
            <a:ext cx="3657600" cy="365760"/>
          </a:xfrm>
          <a:prstGeom prst="rect">
            <a:avLst/>
          </a:prstGeom>
          <a:noFill/>
          <a:ln/>
        </p:spPr>
        <p:txBody>
          <a:bodyPr wrap="square" lIns="0" tIns="0" rIns="0" bIns="0" rtlCol="0" anchor="ctr"/>
          <a:lstStyle/>
          <a:p>
            <a:pPr marL="171450" indent="-171450" algn="l">
              <a:buFont typeface="Wingdings" panose="05000000000000000000" pitchFamily="2" charset="2"/>
              <a:buChar char="§"/>
            </a:pPr>
            <a:r>
              <a:rPr lang="en-US" sz="1200" dirty="0">
                <a:solidFill>
                  <a:srgbClr val="1A2733"/>
                </a:solidFill>
                <a:latin typeface="Calibri" pitchFamily="34" charset="0"/>
                <a:ea typeface="Calibri" pitchFamily="34" charset="-122"/>
                <a:cs typeface="Calibri" pitchFamily="34" charset="-120"/>
              </a:rPr>
              <a:t>Scoring de risque patient individualisé</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31520" y="-731520"/>
            <a:ext cx="3200400" cy="3200400"/>
          </a:xfrm>
          <a:prstGeom prst="ellipse">
            <a:avLst/>
          </a:prstGeom>
          <a:solidFill>
            <a:srgbClr val="1A3A6B"/>
          </a:solidFill>
          <a:ln/>
        </p:spPr>
        <p:txBody>
          <a:bodyPr/>
          <a:lstStyle/>
          <a:p>
            <a:endParaRPr lang="fr-MA"/>
          </a:p>
        </p:txBody>
      </p:sp>
      <p:sp>
        <p:nvSpPr>
          <p:cNvPr id="3" name="Shape 1"/>
          <p:cNvSpPr/>
          <p:nvPr/>
        </p:nvSpPr>
        <p:spPr>
          <a:xfrm>
            <a:off x="7772400" y="3200400"/>
            <a:ext cx="2286000" cy="2286000"/>
          </a:xfrm>
          <a:prstGeom prst="ellipse">
            <a:avLst/>
          </a:prstGeom>
          <a:solidFill>
            <a:srgbClr val="1A3A6B"/>
          </a:solidFill>
          <a:ln/>
        </p:spPr>
        <p:txBody>
          <a:bodyPr/>
          <a:lstStyle/>
          <a:p>
            <a:endParaRPr lang="fr-MA"/>
          </a:p>
        </p:txBody>
      </p:sp>
      <p:sp>
        <p:nvSpPr>
          <p:cNvPr id="4" name="Shape 2"/>
          <p:cNvSpPr/>
          <p:nvPr/>
        </p:nvSpPr>
        <p:spPr>
          <a:xfrm>
            <a:off x="8046720" y="3383280"/>
            <a:ext cx="1371600" cy="1371600"/>
          </a:xfrm>
          <a:prstGeom prst="ellipse">
            <a:avLst/>
          </a:prstGeom>
          <a:solidFill>
            <a:srgbClr val="C0392B"/>
          </a:solidFill>
          <a:ln w="12700">
            <a:solidFill>
              <a:srgbClr val="C0392B"/>
            </a:solidFill>
            <a:prstDash val="solid"/>
          </a:ln>
        </p:spPr>
        <p:txBody>
          <a:bodyPr/>
          <a:lstStyle/>
          <a:p>
            <a:endParaRPr lang="fr-MA"/>
          </a:p>
        </p:txBody>
      </p:sp>
      <p:sp>
        <p:nvSpPr>
          <p:cNvPr id="5" name="Shape 3"/>
          <p:cNvSpPr/>
          <p:nvPr/>
        </p:nvSpPr>
        <p:spPr>
          <a:xfrm>
            <a:off x="0" y="0"/>
            <a:ext cx="109728" cy="5143500"/>
          </a:xfrm>
          <a:prstGeom prst="rect">
            <a:avLst/>
          </a:prstGeom>
          <a:solidFill>
            <a:srgbClr val="1ABC9C"/>
          </a:solidFill>
          <a:ln/>
        </p:spPr>
        <p:txBody>
          <a:bodyPr/>
          <a:lstStyle/>
          <a:p>
            <a:endParaRPr lang="fr-MA"/>
          </a:p>
        </p:txBody>
      </p:sp>
      <p:sp>
        <p:nvSpPr>
          <p:cNvPr id="6" name="Text 4"/>
          <p:cNvSpPr/>
          <p:nvPr/>
        </p:nvSpPr>
        <p:spPr>
          <a:xfrm>
            <a:off x="320040" y="157662"/>
            <a:ext cx="8229600" cy="365760"/>
          </a:xfrm>
          <a:prstGeom prst="rect">
            <a:avLst/>
          </a:prstGeom>
          <a:noFill/>
          <a:ln/>
        </p:spPr>
        <p:txBody>
          <a:bodyPr wrap="square" lIns="0" tIns="0" rIns="0" bIns="0" rtlCol="0" anchor="ctr"/>
          <a:lstStyle/>
          <a:p>
            <a:pPr marL="0" indent="0" algn="ctr">
              <a:buNone/>
            </a:pPr>
            <a:r>
              <a:rPr lang="en-US" sz="2200" b="1" kern="0" spc="300" dirty="0">
                <a:solidFill>
                  <a:srgbClr val="1ABC9C"/>
                </a:solidFill>
                <a:latin typeface="Calibri" pitchFamily="34" charset="0"/>
                <a:ea typeface="Calibri" pitchFamily="34" charset="-122"/>
                <a:cs typeface="Calibri" pitchFamily="34" charset="-120"/>
              </a:rPr>
              <a:t>CONCLUSION</a:t>
            </a:r>
            <a:endParaRPr lang="en-US" sz="2200" dirty="0"/>
          </a:p>
        </p:txBody>
      </p:sp>
      <p:sp>
        <p:nvSpPr>
          <p:cNvPr id="7" name="Text 5"/>
          <p:cNvSpPr/>
          <p:nvPr/>
        </p:nvSpPr>
        <p:spPr>
          <a:xfrm>
            <a:off x="320040" y="450270"/>
            <a:ext cx="7772400" cy="73152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OncoBio Decision Analytics</a:t>
            </a:r>
            <a:endParaRPr lang="en-US" sz="3400" dirty="0"/>
          </a:p>
        </p:txBody>
      </p:sp>
      <p:sp>
        <p:nvSpPr>
          <p:cNvPr id="8" name="Shape 6"/>
          <p:cNvSpPr/>
          <p:nvPr/>
        </p:nvSpPr>
        <p:spPr>
          <a:xfrm>
            <a:off x="320040" y="1327361"/>
            <a:ext cx="8138160" cy="484632"/>
          </a:xfrm>
          <a:prstGeom prst="rect">
            <a:avLst/>
          </a:prstGeom>
          <a:solidFill>
            <a:srgbClr val="1A3A6B"/>
          </a:solidFill>
          <a:ln/>
        </p:spPr>
        <p:txBody>
          <a:bodyPr/>
          <a:lstStyle/>
          <a:p>
            <a:endParaRPr lang="fr-MA"/>
          </a:p>
        </p:txBody>
      </p:sp>
      <p:sp>
        <p:nvSpPr>
          <p:cNvPr id="9" name="Shape 7"/>
          <p:cNvSpPr/>
          <p:nvPr/>
        </p:nvSpPr>
        <p:spPr>
          <a:xfrm>
            <a:off x="320040" y="1364232"/>
            <a:ext cx="54864" cy="484632"/>
          </a:xfrm>
          <a:prstGeom prst="rect">
            <a:avLst/>
          </a:prstGeom>
          <a:solidFill>
            <a:srgbClr val="1ABC9C"/>
          </a:solidFill>
          <a:ln/>
        </p:spPr>
        <p:txBody>
          <a:bodyPr/>
          <a:lstStyle/>
          <a:p>
            <a:endParaRPr lang="fr-MA"/>
          </a:p>
        </p:txBody>
      </p:sp>
      <p:sp>
        <p:nvSpPr>
          <p:cNvPr id="10" name="Text 8"/>
          <p:cNvSpPr/>
          <p:nvPr/>
        </p:nvSpPr>
        <p:spPr>
          <a:xfrm>
            <a:off x="502920" y="1327361"/>
            <a:ext cx="7772400" cy="484632"/>
          </a:xfrm>
          <a:prstGeom prst="rect">
            <a:avLst/>
          </a:prstGeom>
          <a:noFill/>
          <a:ln/>
        </p:spPr>
        <p:txBody>
          <a:bodyPr wrap="square" lIns="0" tIns="0" rIns="0" bIns="0"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  Pipeline data complet — de la collecte au tableau de bord</a:t>
            </a:r>
            <a:endParaRPr lang="en-US" sz="1300" dirty="0"/>
          </a:p>
        </p:txBody>
      </p:sp>
      <p:sp>
        <p:nvSpPr>
          <p:cNvPr id="11" name="Shape 9"/>
          <p:cNvSpPr/>
          <p:nvPr/>
        </p:nvSpPr>
        <p:spPr>
          <a:xfrm>
            <a:off x="320040" y="2423160"/>
            <a:ext cx="8138160" cy="484632"/>
          </a:xfrm>
          <a:prstGeom prst="rect">
            <a:avLst/>
          </a:prstGeom>
          <a:solidFill>
            <a:srgbClr val="1A3A6B"/>
          </a:solidFill>
          <a:ln/>
        </p:spPr>
        <p:txBody>
          <a:bodyPr/>
          <a:lstStyle/>
          <a:p>
            <a:endParaRPr lang="fr-MA"/>
          </a:p>
        </p:txBody>
      </p:sp>
      <p:sp>
        <p:nvSpPr>
          <p:cNvPr id="12" name="Shape 10"/>
          <p:cNvSpPr/>
          <p:nvPr/>
        </p:nvSpPr>
        <p:spPr>
          <a:xfrm>
            <a:off x="320040" y="2423160"/>
            <a:ext cx="54864" cy="484632"/>
          </a:xfrm>
          <a:prstGeom prst="rect">
            <a:avLst/>
          </a:prstGeom>
          <a:solidFill>
            <a:srgbClr val="2980B9"/>
          </a:solidFill>
          <a:ln/>
        </p:spPr>
        <p:txBody>
          <a:bodyPr/>
          <a:lstStyle/>
          <a:p>
            <a:endParaRPr lang="fr-MA"/>
          </a:p>
        </p:txBody>
      </p:sp>
      <p:sp>
        <p:nvSpPr>
          <p:cNvPr id="14" name="Shape 12"/>
          <p:cNvSpPr/>
          <p:nvPr/>
        </p:nvSpPr>
        <p:spPr>
          <a:xfrm>
            <a:off x="320040" y="3017520"/>
            <a:ext cx="8138160" cy="484632"/>
          </a:xfrm>
          <a:prstGeom prst="rect">
            <a:avLst/>
          </a:prstGeom>
          <a:solidFill>
            <a:srgbClr val="1A3A6B"/>
          </a:solidFill>
          <a:ln/>
        </p:spPr>
        <p:txBody>
          <a:bodyPr/>
          <a:lstStyle/>
          <a:p>
            <a:endParaRPr lang="fr-MA" dirty="0"/>
          </a:p>
        </p:txBody>
      </p:sp>
      <p:sp>
        <p:nvSpPr>
          <p:cNvPr id="15" name="Shape 13"/>
          <p:cNvSpPr/>
          <p:nvPr/>
        </p:nvSpPr>
        <p:spPr>
          <a:xfrm>
            <a:off x="320040" y="3017520"/>
            <a:ext cx="54864" cy="484632"/>
          </a:xfrm>
          <a:prstGeom prst="rect">
            <a:avLst/>
          </a:prstGeom>
          <a:solidFill>
            <a:srgbClr val="F39C12"/>
          </a:solidFill>
          <a:ln/>
        </p:spPr>
        <p:txBody>
          <a:bodyPr/>
          <a:lstStyle/>
          <a:p>
            <a:endParaRPr lang="fr-MA"/>
          </a:p>
        </p:txBody>
      </p:sp>
      <p:sp>
        <p:nvSpPr>
          <p:cNvPr id="16" name="Text 14"/>
          <p:cNvSpPr/>
          <p:nvPr/>
        </p:nvSpPr>
        <p:spPr>
          <a:xfrm>
            <a:off x="502920" y="3017520"/>
            <a:ext cx="7772400" cy="484632"/>
          </a:xfrm>
          <a:prstGeom prst="rect">
            <a:avLst/>
          </a:prstGeom>
          <a:noFill/>
          <a:ln/>
        </p:spPr>
        <p:txBody>
          <a:bodyPr wrap="square" lIns="0" tIns="0" rIns="0" bIns="0"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  </a:t>
            </a:r>
            <a:endParaRPr lang="en-US" sz="1300" dirty="0"/>
          </a:p>
        </p:txBody>
      </p:sp>
      <p:sp>
        <p:nvSpPr>
          <p:cNvPr id="17" name="Shape 15"/>
          <p:cNvSpPr/>
          <p:nvPr/>
        </p:nvSpPr>
        <p:spPr>
          <a:xfrm>
            <a:off x="320040" y="3611880"/>
            <a:ext cx="8138160" cy="484632"/>
          </a:xfrm>
          <a:prstGeom prst="rect">
            <a:avLst/>
          </a:prstGeom>
          <a:solidFill>
            <a:srgbClr val="1A3A6B"/>
          </a:solidFill>
          <a:ln/>
        </p:spPr>
        <p:txBody>
          <a:bodyPr/>
          <a:lstStyle/>
          <a:p>
            <a:endParaRPr lang="fr-MA"/>
          </a:p>
        </p:txBody>
      </p:sp>
      <p:sp>
        <p:nvSpPr>
          <p:cNvPr id="18" name="Shape 16"/>
          <p:cNvSpPr/>
          <p:nvPr/>
        </p:nvSpPr>
        <p:spPr>
          <a:xfrm>
            <a:off x="320040" y="3611880"/>
            <a:ext cx="54864" cy="484632"/>
          </a:xfrm>
          <a:prstGeom prst="rect">
            <a:avLst/>
          </a:prstGeom>
          <a:solidFill>
            <a:srgbClr val="C0392B"/>
          </a:solidFill>
          <a:ln/>
        </p:spPr>
        <p:txBody>
          <a:bodyPr/>
          <a:lstStyle/>
          <a:p>
            <a:endParaRPr lang="fr-MA"/>
          </a:p>
        </p:txBody>
      </p:sp>
      <p:sp>
        <p:nvSpPr>
          <p:cNvPr id="19" name="Text 17"/>
          <p:cNvSpPr/>
          <p:nvPr/>
        </p:nvSpPr>
        <p:spPr>
          <a:xfrm>
            <a:off x="502920" y="3611880"/>
            <a:ext cx="7772400" cy="484632"/>
          </a:xfrm>
          <a:prstGeom prst="rect">
            <a:avLst/>
          </a:prstGeom>
          <a:noFill/>
          <a:ln/>
        </p:spPr>
        <p:txBody>
          <a:bodyPr wrap="square" lIns="0" tIns="0" rIns="0" bIns="0" rtlCol="0" anchor="ctr"/>
          <a:lstStyle/>
          <a:p>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Indicateurs</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décisionnels</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actionnables</a:t>
            </a:r>
            <a:r>
              <a:rPr lang="en-US" sz="1300" dirty="0">
                <a:solidFill>
                  <a:srgbClr val="FFFFFF"/>
                </a:solidFill>
                <a:latin typeface="Calibri" pitchFamily="34" charset="0"/>
                <a:ea typeface="Calibri" pitchFamily="34" charset="-122"/>
                <a:cs typeface="Calibri" pitchFamily="34" charset="-120"/>
              </a:rPr>
              <a:t> pour les </a:t>
            </a:r>
            <a:r>
              <a:rPr lang="en-US" sz="1300" dirty="0" err="1">
                <a:solidFill>
                  <a:srgbClr val="FFFFFF"/>
                </a:solidFill>
                <a:latin typeface="Calibri" pitchFamily="34" charset="0"/>
                <a:ea typeface="Calibri" pitchFamily="34" charset="-122"/>
                <a:cs typeface="Calibri" pitchFamily="34" charset="-120"/>
              </a:rPr>
              <a:t>professionnels</a:t>
            </a:r>
            <a:r>
              <a:rPr lang="en-US" sz="1300" dirty="0">
                <a:solidFill>
                  <a:srgbClr val="FFFFFF"/>
                </a:solidFill>
                <a:latin typeface="Calibri" pitchFamily="34" charset="0"/>
                <a:ea typeface="Calibri" pitchFamily="34" charset="-122"/>
                <a:cs typeface="Calibri" pitchFamily="34" charset="-120"/>
              </a:rPr>
              <a:t> de santé</a:t>
            </a:r>
            <a:endParaRPr lang="en-US" sz="1300" dirty="0"/>
          </a:p>
        </p:txBody>
      </p:sp>
      <p:sp>
        <p:nvSpPr>
          <p:cNvPr id="20" name="Shape 18"/>
          <p:cNvSpPr/>
          <p:nvPr/>
        </p:nvSpPr>
        <p:spPr>
          <a:xfrm>
            <a:off x="320040" y="4434840"/>
            <a:ext cx="8138160" cy="502920"/>
          </a:xfrm>
          <a:prstGeom prst="rect">
            <a:avLst/>
          </a:prstGeom>
          <a:solidFill>
            <a:srgbClr val="C0392B"/>
          </a:solidFill>
          <a:ln/>
        </p:spPr>
        <p:txBody>
          <a:bodyPr/>
          <a:lstStyle/>
          <a:p>
            <a:endParaRPr lang="fr-MA"/>
          </a:p>
        </p:txBody>
      </p:sp>
      <p:sp>
        <p:nvSpPr>
          <p:cNvPr id="21" name="Text 19"/>
          <p:cNvSpPr/>
          <p:nvPr/>
        </p:nvSpPr>
        <p:spPr>
          <a:xfrm>
            <a:off x="411480" y="4434840"/>
            <a:ext cx="7955280" cy="502920"/>
          </a:xfrm>
          <a:prstGeom prst="rect">
            <a:avLst/>
          </a:prstGeom>
          <a:noFill/>
          <a:ln/>
        </p:spPr>
        <p:txBody>
          <a:bodyPr wrap="square" lIns="0" tIns="0" rIns="0" bIns="0" rtlCol="0" anchor="ctr"/>
          <a:lstStyle/>
          <a:p>
            <a:pPr marL="0" indent="0" algn="ctr">
              <a:buNone/>
            </a:pPr>
            <a:r>
              <a:rPr lang="en-US" sz="1600" b="1" i="1" dirty="0">
                <a:solidFill>
                  <a:srgbClr val="FFFFFF"/>
                </a:solidFill>
                <a:latin typeface="Calibri" pitchFamily="34" charset="0"/>
                <a:ea typeface="Calibri" pitchFamily="34" charset="-122"/>
                <a:cs typeface="Calibri" pitchFamily="34" charset="-120"/>
              </a:rPr>
              <a:t>La data au service de la médecine. 🧬</a:t>
            </a:r>
            <a:endParaRPr lang="en-US" sz="1600" dirty="0"/>
          </a:p>
        </p:txBody>
      </p:sp>
      <p:sp>
        <p:nvSpPr>
          <p:cNvPr id="25" name="Shape 9">
            <a:extLst>
              <a:ext uri="{FF2B5EF4-FFF2-40B4-BE49-F238E27FC236}">
                <a16:creationId xmlns:a16="http://schemas.microsoft.com/office/drawing/2014/main" id="{E4B201BD-BB6E-22CE-BBD0-337059957B08}"/>
              </a:ext>
            </a:extLst>
          </p:cNvPr>
          <p:cNvSpPr/>
          <p:nvPr/>
        </p:nvSpPr>
        <p:spPr>
          <a:xfrm>
            <a:off x="320040" y="1909329"/>
            <a:ext cx="8138160" cy="438912"/>
          </a:xfrm>
          <a:prstGeom prst="rect">
            <a:avLst/>
          </a:prstGeom>
          <a:solidFill>
            <a:srgbClr val="1A3A6B"/>
          </a:solidFill>
          <a:ln/>
        </p:spPr>
        <p:txBody>
          <a:bodyPr/>
          <a:lstStyle/>
          <a:p>
            <a:endParaRPr lang="fr-MA"/>
          </a:p>
        </p:txBody>
      </p:sp>
      <p:sp>
        <p:nvSpPr>
          <p:cNvPr id="26" name="Shape 10">
            <a:extLst>
              <a:ext uri="{FF2B5EF4-FFF2-40B4-BE49-F238E27FC236}">
                <a16:creationId xmlns:a16="http://schemas.microsoft.com/office/drawing/2014/main" id="{0A55AC05-C2E8-4D03-5E19-BC6250D86D34}"/>
              </a:ext>
            </a:extLst>
          </p:cNvPr>
          <p:cNvSpPr/>
          <p:nvPr/>
        </p:nvSpPr>
        <p:spPr>
          <a:xfrm>
            <a:off x="320040" y="1909329"/>
            <a:ext cx="54864" cy="438912"/>
          </a:xfrm>
          <a:prstGeom prst="rect">
            <a:avLst/>
          </a:prstGeom>
          <a:solidFill>
            <a:schemeClr val="accent2"/>
          </a:solidFill>
          <a:ln/>
        </p:spPr>
        <p:txBody>
          <a:bodyPr/>
          <a:lstStyle/>
          <a:p>
            <a:endParaRPr lang="fr-MA"/>
          </a:p>
        </p:txBody>
      </p:sp>
      <p:sp>
        <p:nvSpPr>
          <p:cNvPr id="27" name="Text 11">
            <a:extLst>
              <a:ext uri="{FF2B5EF4-FFF2-40B4-BE49-F238E27FC236}">
                <a16:creationId xmlns:a16="http://schemas.microsoft.com/office/drawing/2014/main" id="{76DBCEE4-27CC-03FD-13FF-4D6F6723F9E6}"/>
              </a:ext>
            </a:extLst>
          </p:cNvPr>
          <p:cNvSpPr/>
          <p:nvPr/>
        </p:nvSpPr>
        <p:spPr>
          <a:xfrm>
            <a:off x="502920" y="1909329"/>
            <a:ext cx="7772400" cy="438912"/>
          </a:xfrm>
          <a:prstGeom prst="rect">
            <a:avLst/>
          </a:prstGeom>
          <a:noFill/>
          <a:ln/>
        </p:spPr>
        <p:txBody>
          <a:bodyPr wrap="square" lIns="0" tIns="0" rIns="0" bIns="0" rtlCol="0" anchor="ctr"/>
          <a:lstStyle/>
          <a:p>
            <a:pPr marL="0" indent="0" algn="l">
              <a:buNone/>
            </a:pPr>
            <a:r>
              <a:rPr lang="en-US" sz="1250" dirty="0">
                <a:solidFill>
                  <a:srgbClr val="FFFFFF"/>
                </a:solidFill>
                <a:latin typeface="Calibri" pitchFamily="34" charset="0"/>
                <a:ea typeface="Calibri" pitchFamily="34" charset="-122"/>
                <a:cs typeface="Calibri" pitchFamily="34" charset="-120"/>
              </a:rPr>
              <a:t>  EDA approfondie — distributions, corrélations, comparaisons</a:t>
            </a:r>
            <a:endParaRPr lang="en-US" sz="1250" dirty="0"/>
          </a:p>
        </p:txBody>
      </p:sp>
      <p:sp>
        <p:nvSpPr>
          <p:cNvPr id="28" name="Text 11"/>
          <p:cNvSpPr/>
          <p:nvPr/>
        </p:nvSpPr>
        <p:spPr>
          <a:xfrm>
            <a:off x="438765" y="3013689"/>
            <a:ext cx="7772400" cy="484632"/>
          </a:xfrm>
          <a:prstGeom prst="rect">
            <a:avLst/>
          </a:prstGeom>
          <a:noFill/>
          <a:ln/>
        </p:spPr>
        <p:txBody>
          <a:bodyPr wrap="square" lIns="0" tIns="0" rIns="0" bIns="0" rtlCol="0" anchor="ctr"/>
          <a:lstStyle/>
          <a:p>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Modélisation</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relationnelle</a:t>
            </a:r>
            <a:r>
              <a:rPr lang="en-US" sz="1300" dirty="0">
                <a:solidFill>
                  <a:srgbClr val="FFFFFF"/>
                </a:solidFill>
                <a:latin typeface="Calibri" pitchFamily="34" charset="0"/>
                <a:ea typeface="Calibri" pitchFamily="34" charset="-122"/>
                <a:cs typeface="Calibri" pitchFamily="34" charset="-120"/>
              </a:rPr>
              <a:t> PostgreSQL </a:t>
            </a:r>
            <a:r>
              <a:rPr lang="en-US" sz="1300" dirty="0" err="1">
                <a:solidFill>
                  <a:srgbClr val="FFFFFF"/>
                </a:solidFill>
                <a:latin typeface="Calibri" pitchFamily="34" charset="0"/>
                <a:ea typeface="Calibri" pitchFamily="34" charset="-122"/>
                <a:cs typeface="Calibri" pitchFamily="34" charset="-120"/>
              </a:rPr>
              <a:t>en</a:t>
            </a:r>
            <a:r>
              <a:rPr lang="en-US" sz="1300" dirty="0">
                <a:solidFill>
                  <a:srgbClr val="FFFFFF"/>
                </a:solidFill>
                <a:latin typeface="Calibri" pitchFamily="34" charset="0"/>
                <a:ea typeface="Calibri" pitchFamily="34" charset="-122"/>
                <a:cs typeface="Calibri" pitchFamily="34" charset="-120"/>
              </a:rPr>
              <a:t> Star Schema + Dashboard BI 3 pages</a:t>
            </a:r>
            <a:endParaRPr lang="en-US" sz="1300" dirty="0"/>
          </a:p>
        </p:txBody>
      </p:sp>
      <p:sp>
        <p:nvSpPr>
          <p:cNvPr id="29" name="Text 14">
            <a:extLst>
              <a:ext uri="{FF2B5EF4-FFF2-40B4-BE49-F238E27FC236}">
                <a16:creationId xmlns:a16="http://schemas.microsoft.com/office/drawing/2014/main" id="{E17EBA00-3F30-DEA0-7F9B-7AF927D5D12B}"/>
              </a:ext>
            </a:extLst>
          </p:cNvPr>
          <p:cNvSpPr/>
          <p:nvPr/>
        </p:nvSpPr>
        <p:spPr>
          <a:xfrm>
            <a:off x="438765" y="2494539"/>
            <a:ext cx="7772400" cy="438912"/>
          </a:xfrm>
          <a:prstGeom prst="rect">
            <a:avLst/>
          </a:prstGeom>
          <a:noFill/>
          <a:ln/>
        </p:spPr>
        <p:txBody>
          <a:bodyPr wrap="square" lIns="0" tIns="0" rIns="0" bIns="0" rtlCol="0" anchor="ctr"/>
          <a:lstStyle/>
          <a:p>
            <a:pPr marL="0" indent="0" algn="l">
              <a:buNone/>
            </a:pPr>
            <a:r>
              <a:rPr lang="en-US" sz="1250" dirty="0">
                <a:solidFill>
                  <a:srgbClr val="FFFFFF"/>
                </a:solidFill>
                <a:latin typeface="Calibri" pitchFamily="34" charset="0"/>
                <a:ea typeface="Calibri" pitchFamily="34" charset="-122"/>
                <a:cs typeface="Calibri" pitchFamily="34" charset="-120"/>
              </a:rPr>
              <a:t>    </a:t>
            </a:r>
            <a:r>
              <a:rPr lang="en-US" sz="1250" dirty="0" err="1">
                <a:solidFill>
                  <a:srgbClr val="FFFFFF"/>
                </a:solidFill>
                <a:latin typeface="Calibri" pitchFamily="34" charset="0"/>
                <a:ea typeface="Calibri" pitchFamily="34" charset="-122"/>
                <a:cs typeface="Calibri" pitchFamily="34" charset="-120"/>
              </a:rPr>
              <a:t>Analyse</a:t>
            </a:r>
            <a:r>
              <a:rPr lang="en-US" sz="1250" dirty="0">
                <a:solidFill>
                  <a:srgbClr val="FFFFFF"/>
                </a:solidFill>
                <a:latin typeface="Calibri" pitchFamily="34" charset="0"/>
                <a:ea typeface="Calibri" pitchFamily="34" charset="-122"/>
                <a:cs typeface="Calibri" pitchFamily="34" charset="-120"/>
              </a:rPr>
              <a:t> de survie Kaplan-Meier (librairie lifelines)</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6"/>
                                        </p:tgtEl>
                                        <p:attrNameLst>
                                          <p:attrName>r</p:attrName>
                                        </p:attrNameLst>
                                      </p:cBhvr>
                                    </p:animRot>
                                    <p:animRot by="-240000">
                                      <p:cBhvr>
                                        <p:cTn id="7" dur="200" fill="hold">
                                          <p:stCondLst>
                                            <p:cond delay="200"/>
                                          </p:stCondLst>
                                        </p:cTn>
                                        <p:tgtEl>
                                          <p:spTgt spid="6"/>
                                        </p:tgtEl>
                                        <p:attrNameLst>
                                          <p:attrName>r</p:attrName>
                                        </p:attrNameLst>
                                      </p:cBhvr>
                                    </p:animRot>
                                    <p:animRot by="240000">
                                      <p:cBhvr>
                                        <p:cTn id="8" dur="200" fill="hold">
                                          <p:stCondLst>
                                            <p:cond delay="400"/>
                                          </p:stCondLst>
                                        </p:cTn>
                                        <p:tgtEl>
                                          <p:spTgt spid="6"/>
                                        </p:tgtEl>
                                        <p:attrNameLst>
                                          <p:attrName>r</p:attrName>
                                        </p:attrNameLst>
                                      </p:cBhvr>
                                    </p:animRot>
                                    <p:animRot by="-240000">
                                      <p:cBhvr>
                                        <p:cTn id="9" dur="200" fill="hold">
                                          <p:stCondLst>
                                            <p:cond delay="600"/>
                                          </p:stCondLst>
                                        </p:cTn>
                                        <p:tgtEl>
                                          <p:spTgt spid="6"/>
                                        </p:tgtEl>
                                        <p:attrNameLst>
                                          <p:attrName>r</p:attrName>
                                        </p:attrNameLst>
                                      </p:cBhvr>
                                    </p:animRot>
                                    <p:animRot by="120000">
                                      <p:cBhvr>
                                        <p:cTn id="10" dur="200" fill="hold">
                                          <p:stCondLst>
                                            <p:cond delay="8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5BD33659-8797-414B-BBDC-24F9423295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9144002" cy="5143500"/>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F810FE48-5F0C-4E97-BD7F-FDE128D85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728807" cy="5143499"/>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5" name="Rectangle 5">
              <a:extLst>
                <a:ext uri="{FF2B5EF4-FFF2-40B4-BE49-F238E27FC236}">
                  <a16:creationId xmlns:a16="http://schemas.microsoft.com/office/drawing/2014/main" id="{9E9C04BA-ABF7-4D41-9977-2AC221BD441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MA"/>
            </a:p>
          </p:txBody>
        </p:sp>
        <p:sp>
          <p:nvSpPr>
            <p:cNvPr id="16" name="Freeform 6">
              <a:extLst>
                <a:ext uri="{FF2B5EF4-FFF2-40B4-BE49-F238E27FC236}">
                  <a16:creationId xmlns:a16="http://schemas.microsoft.com/office/drawing/2014/main" id="{56AF6CAB-66FF-4AA8-8332-92421FA16C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17" name="Freeform 7">
              <a:extLst>
                <a:ext uri="{FF2B5EF4-FFF2-40B4-BE49-F238E27FC236}">
                  <a16:creationId xmlns:a16="http://schemas.microsoft.com/office/drawing/2014/main" id="{2A7D0399-D212-4CE1-A9C0-9B98A2F0C1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18" name="Rectangle 8">
              <a:extLst>
                <a:ext uri="{FF2B5EF4-FFF2-40B4-BE49-F238E27FC236}">
                  <a16:creationId xmlns:a16="http://schemas.microsoft.com/office/drawing/2014/main" id="{18DF3D3C-1A48-496B-B941-76DF67EA739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MA"/>
            </a:p>
          </p:txBody>
        </p:sp>
        <p:sp>
          <p:nvSpPr>
            <p:cNvPr id="19" name="Freeform 9">
              <a:extLst>
                <a:ext uri="{FF2B5EF4-FFF2-40B4-BE49-F238E27FC236}">
                  <a16:creationId xmlns:a16="http://schemas.microsoft.com/office/drawing/2014/main" id="{913F4BC7-7179-4E16-9FD6-A32BC13A0B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0" name="Freeform 10">
              <a:extLst>
                <a:ext uri="{FF2B5EF4-FFF2-40B4-BE49-F238E27FC236}">
                  <a16:creationId xmlns:a16="http://schemas.microsoft.com/office/drawing/2014/main" id="{509355FA-2026-4EBE-8C72-9B94B1F1B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1" name="Freeform 11">
              <a:extLst>
                <a:ext uri="{FF2B5EF4-FFF2-40B4-BE49-F238E27FC236}">
                  <a16:creationId xmlns:a16="http://schemas.microsoft.com/office/drawing/2014/main" id="{CDD190A1-6E3E-4C34-A19B-A52C6D3179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2" name="Freeform 12">
              <a:extLst>
                <a:ext uri="{FF2B5EF4-FFF2-40B4-BE49-F238E27FC236}">
                  <a16:creationId xmlns:a16="http://schemas.microsoft.com/office/drawing/2014/main" id="{D5BA1962-F2E3-4CA2-BE44-53381D18F6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3" name="Freeform 13">
              <a:extLst>
                <a:ext uri="{FF2B5EF4-FFF2-40B4-BE49-F238E27FC236}">
                  <a16:creationId xmlns:a16="http://schemas.microsoft.com/office/drawing/2014/main" id="{C2FA9E59-0DE1-449C-8D17-1475D5CC7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4" name="Freeform 14">
              <a:extLst>
                <a:ext uri="{FF2B5EF4-FFF2-40B4-BE49-F238E27FC236}">
                  <a16:creationId xmlns:a16="http://schemas.microsoft.com/office/drawing/2014/main" id="{F1582807-3DE3-42F1-9941-728273E08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5" name="Freeform 15">
              <a:extLst>
                <a:ext uri="{FF2B5EF4-FFF2-40B4-BE49-F238E27FC236}">
                  <a16:creationId xmlns:a16="http://schemas.microsoft.com/office/drawing/2014/main" id="{6C574FB1-69C5-49C2-A1C4-2A6590BF4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6" name="Freeform 16">
              <a:extLst>
                <a:ext uri="{FF2B5EF4-FFF2-40B4-BE49-F238E27FC236}">
                  <a16:creationId xmlns:a16="http://schemas.microsoft.com/office/drawing/2014/main" id="{D4175D29-82CB-41CD-9E0F-17524FB027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7" name="Freeform 17">
              <a:extLst>
                <a:ext uri="{FF2B5EF4-FFF2-40B4-BE49-F238E27FC236}">
                  <a16:creationId xmlns:a16="http://schemas.microsoft.com/office/drawing/2014/main" id="{9893387B-BD94-47D2-80DC-B9ADB6BD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8" name="Freeform 18">
              <a:extLst>
                <a:ext uri="{FF2B5EF4-FFF2-40B4-BE49-F238E27FC236}">
                  <a16:creationId xmlns:a16="http://schemas.microsoft.com/office/drawing/2014/main" id="{BC2223CF-E8B9-48C3-8E70-7B38DBE2A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29" name="Freeform 19">
              <a:extLst>
                <a:ext uri="{FF2B5EF4-FFF2-40B4-BE49-F238E27FC236}">
                  <a16:creationId xmlns:a16="http://schemas.microsoft.com/office/drawing/2014/main" id="{CB660EF5-7021-48D0-B131-DA22FAF8DA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0" name="Freeform 20">
              <a:extLst>
                <a:ext uri="{FF2B5EF4-FFF2-40B4-BE49-F238E27FC236}">
                  <a16:creationId xmlns:a16="http://schemas.microsoft.com/office/drawing/2014/main" id="{7A02052F-7B58-4423-9CBA-27D8D838A9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1" name="Freeform 21">
              <a:extLst>
                <a:ext uri="{FF2B5EF4-FFF2-40B4-BE49-F238E27FC236}">
                  <a16:creationId xmlns:a16="http://schemas.microsoft.com/office/drawing/2014/main" id="{42231171-7F2B-4B11-B34A-D98DB41439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2" name="Freeform 22">
              <a:extLst>
                <a:ext uri="{FF2B5EF4-FFF2-40B4-BE49-F238E27FC236}">
                  <a16:creationId xmlns:a16="http://schemas.microsoft.com/office/drawing/2014/main" id="{AED192E7-1105-4649-8D4D-C86FFEDF6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3" name="Freeform 23">
              <a:extLst>
                <a:ext uri="{FF2B5EF4-FFF2-40B4-BE49-F238E27FC236}">
                  <a16:creationId xmlns:a16="http://schemas.microsoft.com/office/drawing/2014/main" id="{8BA48BFE-2223-4E9C-A0EE-DE11843C3D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4" name="Freeform 24">
              <a:extLst>
                <a:ext uri="{FF2B5EF4-FFF2-40B4-BE49-F238E27FC236}">
                  <a16:creationId xmlns:a16="http://schemas.microsoft.com/office/drawing/2014/main" id="{B3FB57C9-C83B-4ADC-8E93-312492D431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5" name="Freeform 25">
              <a:extLst>
                <a:ext uri="{FF2B5EF4-FFF2-40B4-BE49-F238E27FC236}">
                  <a16:creationId xmlns:a16="http://schemas.microsoft.com/office/drawing/2014/main" id="{AF6405A6-6E98-40DD-945A-E6D969231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6" name="Freeform 26">
              <a:extLst>
                <a:ext uri="{FF2B5EF4-FFF2-40B4-BE49-F238E27FC236}">
                  <a16:creationId xmlns:a16="http://schemas.microsoft.com/office/drawing/2014/main" id="{2D181A4A-23A5-4683-9F05-61228AD268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7" name="Freeform 27">
              <a:extLst>
                <a:ext uri="{FF2B5EF4-FFF2-40B4-BE49-F238E27FC236}">
                  <a16:creationId xmlns:a16="http://schemas.microsoft.com/office/drawing/2014/main" id="{201ABEF6-F58B-46EC-85FB-228E609623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8" name="Freeform 28">
              <a:extLst>
                <a:ext uri="{FF2B5EF4-FFF2-40B4-BE49-F238E27FC236}">
                  <a16:creationId xmlns:a16="http://schemas.microsoft.com/office/drawing/2014/main" id="{D6EBECB6-1B5C-43E5-84BF-8D5385C030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39" name="Freeform 29">
              <a:extLst>
                <a:ext uri="{FF2B5EF4-FFF2-40B4-BE49-F238E27FC236}">
                  <a16:creationId xmlns:a16="http://schemas.microsoft.com/office/drawing/2014/main" id="{6D5B4EBF-EF44-4914-AE66-247EF3D35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0" name="Freeform 30">
              <a:extLst>
                <a:ext uri="{FF2B5EF4-FFF2-40B4-BE49-F238E27FC236}">
                  <a16:creationId xmlns:a16="http://schemas.microsoft.com/office/drawing/2014/main" id="{43593E76-10EF-45B3-86EB-CA59047CC6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1" name="Freeform 31">
              <a:extLst>
                <a:ext uri="{FF2B5EF4-FFF2-40B4-BE49-F238E27FC236}">
                  <a16:creationId xmlns:a16="http://schemas.microsoft.com/office/drawing/2014/main" id="{FC3720B0-AA35-49D1-B5A6-9215D0138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2" name="Freeform 32">
              <a:extLst>
                <a:ext uri="{FF2B5EF4-FFF2-40B4-BE49-F238E27FC236}">
                  <a16:creationId xmlns:a16="http://schemas.microsoft.com/office/drawing/2014/main" id="{EEE267FA-B493-44EE-B372-8CB3A0450D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3" name="Rectangle 33">
              <a:extLst>
                <a:ext uri="{FF2B5EF4-FFF2-40B4-BE49-F238E27FC236}">
                  <a16:creationId xmlns:a16="http://schemas.microsoft.com/office/drawing/2014/main" id="{3DA75F6F-8EDF-4DF8-89BF-9C1137D1729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MA"/>
            </a:p>
          </p:txBody>
        </p:sp>
        <p:sp>
          <p:nvSpPr>
            <p:cNvPr id="44" name="Freeform 34">
              <a:extLst>
                <a:ext uri="{FF2B5EF4-FFF2-40B4-BE49-F238E27FC236}">
                  <a16:creationId xmlns:a16="http://schemas.microsoft.com/office/drawing/2014/main" id="{5BEEC465-A6AB-47E5-8FB5-DCA91F165F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5" name="Freeform 35">
              <a:extLst>
                <a:ext uri="{FF2B5EF4-FFF2-40B4-BE49-F238E27FC236}">
                  <a16:creationId xmlns:a16="http://schemas.microsoft.com/office/drawing/2014/main" id="{89B9E785-F9F2-4951-8158-002B55126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6" name="Freeform 36">
              <a:extLst>
                <a:ext uri="{FF2B5EF4-FFF2-40B4-BE49-F238E27FC236}">
                  <a16:creationId xmlns:a16="http://schemas.microsoft.com/office/drawing/2014/main" id="{E1F4058F-C686-4BF1-9DE9-C917CAB90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7" name="Freeform 37">
              <a:extLst>
                <a:ext uri="{FF2B5EF4-FFF2-40B4-BE49-F238E27FC236}">
                  <a16:creationId xmlns:a16="http://schemas.microsoft.com/office/drawing/2014/main" id="{F1337D0C-63AE-4024-A976-1392877614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8" name="Freeform 38">
              <a:extLst>
                <a:ext uri="{FF2B5EF4-FFF2-40B4-BE49-F238E27FC236}">
                  <a16:creationId xmlns:a16="http://schemas.microsoft.com/office/drawing/2014/main" id="{7F12E32F-60F1-4DA3-A0B8-05E6AF31D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49" name="Freeform 39">
              <a:extLst>
                <a:ext uri="{FF2B5EF4-FFF2-40B4-BE49-F238E27FC236}">
                  <a16:creationId xmlns:a16="http://schemas.microsoft.com/office/drawing/2014/main" id="{7CC92CAE-5F95-49A9-B9F9-94A1DEE98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0" name="Freeform 40">
              <a:extLst>
                <a:ext uri="{FF2B5EF4-FFF2-40B4-BE49-F238E27FC236}">
                  <a16:creationId xmlns:a16="http://schemas.microsoft.com/office/drawing/2014/main" id="{610BE2B0-1D02-4099-9DD8-339F22FEE2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1" name="Freeform 41">
              <a:extLst>
                <a:ext uri="{FF2B5EF4-FFF2-40B4-BE49-F238E27FC236}">
                  <a16:creationId xmlns:a16="http://schemas.microsoft.com/office/drawing/2014/main" id="{E10409A3-2BB1-41E7-90AE-3D296FC1F7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2" name="Freeform 42">
              <a:extLst>
                <a:ext uri="{FF2B5EF4-FFF2-40B4-BE49-F238E27FC236}">
                  <a16:creationId xmlns:a16="http://schemas.microsoft.com/office/drawing/2014/main" id="{F8F8E99E-F806-4235-ADFB-25B49D4A83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3" name="Freeform 43">
              <a:extLst>
                <a:ext uri="{FF2B5EF4-FFF2-40B4-BE49-F238E27FC236}">
                  <a16:creationId xmlns:a16="http://schemas.microsoft.com/office/drawing/2014/main" id="{3C4715E6-9985-446B-ADB4-B822729888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4" name="Freeform 44">
              <a:extLst>
                <a:ext uri="{FF2B5EF4-FFF2-40B4-BE49-F238E27FC236}">
                  <a16:creationId xmlns:a16="http://schemas.microsoft.com/office/drawing/2014/main" id="{071C6B3A-09E9-4DEC-ADEE-FA919B782D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5" name="Rectangle 45">
              <a:extLst>
                <a:ext uri="{FF2B5EF4-FFF2-40B4-BE49-F238E27FC236}">
                  <a16:creationId xmlns:a16="http://schemas.microsoft.com/office/drawing/2014/main" id="{DE1E82C9-0A74-451A-A063-6818E33B0E1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fr-MA"/>
            </a:p>
          </p:txBody>
        </p:sp>
        <p:sp>
          <p:nvSpPr>
            <p:cNvPr id="56" name="Freeform 46">
              <a:extLst>
                <a:ext uri="{FF2B5EF4-FFF2-40B4-BE49-F238E27FC236}">
                  <a16:creationId xmlns:a16="http://schemas.microsoft.com/office/drawing/2014/main" id="{F3662B80-5B88-475B-89A9-8E6AFBDCA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7" name="Freeform 47">
              <a:extLst>
                <a:ext uri="{FF2B5EF4-FFF2-40B4-BE49-F238E27FC236}">
                  <a16:creationId xmlns:a16="http://schemas.microsoft.com/office/drawing/2014/main" id="{ECA55A40-ECA9-4F56-9D04-8C68C1910E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8" name="Freeform 48">
              <a:extLst>
                <a:ext uri="{FF2B5EF4-FFF2-40B4-BE49-F238E27FC236}">
                  <a16:creationId xmlns:a16="http://schemas.microsoft.com/office/drawing/2014/main" id="{D1CED64C-F0D9-4EA6-B88B-E4795F81D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59" name="Freeform 49">
              <a:extLst>
                <a:ext uri="{FF2B5EF4-FFF2-40B4-BE49-F238E27FC236}">
                  <a16:creationId xmlns:a16="http://schemas.microsoft.com/office/drawing/2014/main" id="{4641FE6D-04B5-4BBE-B700-E3A0C057BF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0" name="Freeform 50">
              <a:extLst>
                <a:ext uri="{FF2B5EF4-FFF2-40B4-BE49-F238E27FC236}">
                  <a16:creationId xmlns:a16="http://schemas.microsoft.com/office/drawing/2014/main" id="{1426A56A-D27A-4C9A-A74C-5A73E5AD6F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1" name="Freeform 51">
              <a:extLst>
                <a:ext uri="{FF2B5EF4-FFF2-40B4-BE49-F238E27FC236}">
                  <a16:creationId xmlns:a16="http://schemas.microsoft.com/office/drawing/2014/main" id="{0D2887A6-6597-4932-AEA0-A1B3C719B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2" name="Freeform 52">
              <a:extLst>
                <a:ext uri="{FF2B5EF4-FFF2-40B4-BE49-F238E27FC236}">
                  <a16:creationId xmlns:a16="http://schemas.microsoft.com/office/drawing/2014/main" id="{32CCC3DB-409A-48A3-A79A-2E37A9603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3" name="Freeform 53">
              <a:extLst>
                <a:ext uri="{FF2B5EF4-FFF2-40B4-BE49-F238E27FC236}">
                  <a16:creationId xmlns:a16="http://schemas.microsoft.com/office/drawing/2014/main" id="{1C2C9C8A-AD45-4AA6-817C-3010FCF20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4" name="Freeform 54">
              <a:extLst>
                <a:ext uri="{FF2B5EF4-FFF2-40B4-BE49-F238E27FC236}">
                  <a16:creationId xmlns:a16="http://schemas.microsoft.com/office/drawing/2014/main" id="{BD8D346A-C641-4BD2-B5AE-C48CC6A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5" name="Freeform 55">
              <a:extLst>
                <a:ext uri="{FF2B5EF4-FFF2-40B4-BE49-F238E27FC236}">
                  <a16:creationId xmlns:a16="http://schemas.microsoft.com/office/drawing/2014/main" id="{6BD8EEEB-07A6-4582-9E40-4AA094FED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6" name="Freeform 56">
              <a:extLst>
                <a:ext uri="{FF2B5EF4-FFF2-40B4-BE49-F238E27FC236}">
                  <a16:creationId xmlns:a16="http://schemas.microsoft.com/office/drawing/2014/main" id="{9E6A63A8-37FA-425D-86BE-BF9A568AFE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7" name="Freeform 57">
              <a:extLst>
                <a:ext uri="{FF2B5EF4-FFF2-40B4-BE49-F238E27FC236}">
                  <a16:creationId xmlns:a16="http://schemas.microsoft.com/office/drawing/2014/main" id="{3F5FAEF2-49E0-4F5C-A6D4-26C2FE15F0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sp>
          <p:nvSpPr>
            <p:cNvPr id="68" name="Freeform 58">
              <a:extLst>
                <a:ext uri="{FF2B5EF4-FFF2-40B4-BE49-F238E27FC236}">
                  <a16:creationId xmlns:a16="http://schemas.microsoft.com/office/drawing/2014/main" id="{BF106702-ED0E-4145-BF3A-08F15BCC2F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fr-MA"/>
            </a:p>
          </p:txBody>
        </p:sp>
      </p:grpSp>
      <p:sp>
        <p:nvSpPr>
          <p:cNvPr id="2" name="Titre 1">
            <a:extLst>
              <a:ext uri="{FF2B5EF4-FFF2-40B4-BE49-F238E27FC236}">
                <a16:creationId xmlns:a16="http://schemas.microsoft.com/office/drawing/2014/main" id="{C72FFD18-3898-814E-CDA7-2F864C974352}"/>
              </a:ext>
            </a:extLst>
          </p:cNvPr>
          <p:cNvSpPr>
            <a:spLocks noGrp="1"/>
          </p:cNvSpPr>
          <p:nvPr>
            <p:ph type="title"/>
          </p:nvPr>
        </p:nvSpPr>
        <p:spPr>
          <a:xfrm>
            <a:off x="1212924" y="3404679"/>
            <a:ext cx="6718151" cy="887129"/>
          </a:xfrm>
        </p:spPr>
        <p:txBody>
          <a:bodyPr vert="horz" lIns="91440" tIns="45720" rIns="91440" bIns="45720" rtlCol="0" anchor="b">
            <a:normAutofit/>
          </a:bodyPr>
          <a:lstStyle/>
          <a:p>
            <a:pPr algn="ctr" defTabSz="914400"/>
            <a:r>
              <a:rPr lang="en-US" sz="4800"/>
              <a:t>Remerciement</a:t>
            </a:r>
          </a:p>
        </p:txBody>
      </p:sp>
      <p:sp>
        <p:nvSpPr>
          <p:cNvPr id="3" name="Espace réservé du texte 2">
            <a:extLst>
              <a:ext uri="{FF2B5EF4-FFF2-40B4-BE49-F238E27FC236}">
                <a16:creationId xmlns:a16="http://schemas.microsoft.com/office/drawing/2014/main" id="{2EB35EE0-F0C5-5A00-312F-707ACF277129}"/>
              </a:ext>
            </a:extLst>
          </p:cNvPr>
          <p:cNvSpPr>
            <a:spLocks noGrp="1"/>
          </p:cNvSpPr>
          <p:nvPr>
            <p:ph type="body" sz="half" idx="2"/>
          </p:nvPr>
        </p:nvSpPr>
        <p:spPr>
          <a:xfrm>
            <a:off x="1433456" y="4291808"/>
            <a:ext cx="6277087" cy="360247"/>
          </a:xfrm>
        </p:spPr>
        <p:txBody>
          <a:bodyPr vert="horz" lIns="91440" tIns="45720" rIns="91440" bIns="45720" rtlCol="0">
            <a:normAutofit/>
          </a:bodyPr>
          <a:lstStyle/>
          <a:p>
            <a:pPr algn="ctr" defTabSz="914400">
              <a:lnSpc>
                <a:spcPct val="110000"/>
              </a:lnSpc>
              <a:spcBef>
                <a:spcPts val="1000"/>
              </a:spcBef>
            </a:pPr>
            <a:r>
              <a:rPr lang="en-US" sz="1600" cap="all">
                <a:solidFill>
                  <a:schemeClr val="tx2"/>
                </a:solidFill>
              </a:rPr>
              <a:t>Merci pour votre attention</a:t>
            </a:r>
          </a:p>
        </p:txBody>
      </p:sp>
      <p:sp>
        <p:nvSpPr>
          <p:cNvPr id="70" name="Round Diagonal Corner Rectangle 6">
            <a:extLst>
              <a:ext uri="{FF2B5EF4-FFF2-40B4-BE49-F238E27FC236}">
                <a16:creationId xmlns:a16="http://schemas.microsoft.com/office/drawing/2014/main" id="{693B9BB4-93D5-4ECE-B756-18E59A445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30" y="479973"/>
            <a:ext cx="8159993" cy="2698911"/>
          </a:xfrm>
          <a:prstGeom prst="round2DiagRect">
            <a:avLst>
              <a:gd name="adj1" fmla="val 9529"/>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6B33094B-9689-0261-50AA-1EFA357A71B7}"/>
              </a:ext>
            </a:extLst>
          </p:cNvPr>
          <p:cNvPicPr>
            <a:picLocks noChangeAspect="1"/>
          </p:cNvPicPr>
          <p:nvPr/>
        </p:nvPicPr>
        <p:blipFill>
          <a:blip r:embed="rId4"/>
          <a:srcRect t="41402" b="39042"/>
          <a:stretch>
            <a:fillRect/>
          </a:stretch>
        </p:blipFill>
        <p:spPr>
          <a:xfrm>
            <a:off x="740260" y="1397865"/>
            <a:ext cx="2482664" cy="863129"/>
          </a:xfrm>
          <a:prstGeom prst="rect">
            <a:avLst/>
          </a:prstGeom>
        </p:spPr>
      </p:pic>
      <p:pic>
        <p:nvPicPr>
          <p:cNvPr id="7" name="Image 6" descr="JobInTech : Le Maroc ambitionne de former 15 000 talents numériques à l ...">
            <a:extLst>
              <a:ext uri="{FF2B5EF4-FFF2-40B4-BE49-F238E27FC236}">
                <a16:creationId xmlns:a16="http://schemas.microsoft.com/office/drawing/2014/main" id="{10ED9A71-19B9-F818-659A-B871886D4916}"/>
              </a:ext>
            </a:extLst>
          </p:cNvPr>
          <p:cNvPicPr>
            <a:picLocks noChangeAspect="1"/>
          </p:cNvPicPr>
          <p:nvPr/>
        </p:nvPicPr>
        <p:blipFill rotWithShape="1">
          <a:blip r:embed="rId5">
            <a:extLst>
              <a:ext uri="{28A0092B-C50C-407E-A947-70E740481C1C}">
                <a14:useLocalDpi xmlns:a14="http://schemas.microsoft.com/office/drawing/2010/main" val="0"/>
              </a:ext>
            </a:extLst>
          </a:blip>
          <a:srcRect b="59336"/>
          <a:stretch>
            <a:fillRect/>
          </a:stretch>
        </p:blipFill>
        <p:spPr bwMode="auto">
          <a:xfrm>
            <a:off x="3336768" y="1557332"/>
            <a:ext cx="2489808" cy="544194"/>
          </a:xfrm>
          <a:prstGeom prst="rect">
            <a:avLst/>
          </a:prstGeom>
          <a:noFill/>
          <a:extLst>
            <a:ext uri="{53640926-AAD7-44D8-BBD7-CCE9431645EC}">
              <a14:shadowObscured xmlns:a14="http://schemas.microsoft.com/office/drawing/2010/main"/>
            </a:ext>
          </a:extLst>
        </p:spPr>
      </p:pic>
      <p:pic>
        <p:nvPicPr>
          <p:cNvPr id="5" name="Picture 2">
            <a:extLst>
              <a:ext uri="{FF2B5EF4-FFF2-40B4-BE49-F238E27FC236}">
                <a16:creationId xmlns:a16="http://schemas.microsoft.com/office/drawing/2014/main" id="{A71DE032-9AA8-F5EB-7C8D-1F7889D68DD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5940420" y="1455126"/>
            <a:ext cx="2489808" cy="748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105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2686</TotalTime>
  <Words>2779</Words>
  <Application>Microsoft Office PowerPoint</Application>
  <PresentationFormat>Affichage à l'écran (16:9)</PresentationFormat>
  <Paragraphs>348</Paragraphs>
  <Slides>20</Slides>
  <Notes>19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Arial</vt:lpstr>
      <vt:lpstr>Calibri</vt:lpstr>
      <vt:lpstr>Courier New</vt:lpstr>
      <vt:lpstr>Tw Cen MT</vt:lpstr>
      <vt:lpstr>Wingdings</vt:lpstr>
      <vt:lpstr>Circuit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Remerciement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OncoBio Decision Analytics</dc:title>
  <dc:subject>PptxGenJS Presentation</dc:subject>
  <dc:creator>Yassine Ammami</dc:creator>
  <cp:lastModifiedBy>MOURID Leila</cp:lastModifiedBy>
  <cp:revision>1</cp:revision>
  <dcterms:created xsi:type="dcterms:W3CDTF">2026-04-02T14:46:22Z</dcterms:created>
  <dcterms:modified xsi:type="dcterms:W3CDTF">2026-04-04T17:20:11Z</dcterms:modified>
</cp:coreProperties>
</file>